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</p:sldIdLst>
  <p:sldSz cx="36201350" cy="13920470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84" userDrawn="1">
          <p15:clr>
            <a:srgbClr val="A4A3A4"/>
          </p15:clr>
        </p15:guide>
        <p15:guide id="2" pos="114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0D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84" autoAdjust="0"/>
  </p:normalViewPr>
  <p:slideViewPr>
    <p:cSldViewPr snapToGrid="0" showGuides="1">
      <p:cViewPr varScale="1">
        <p:scale>
          <a:sx n="38" d="100"/>
          <a:sy n="38" d="100"/>
        </p:scale>
        <p:origin x="125" y="874"/>
      </p:cViewPr>
      <p:guideLst>
        <p:guide orient="horz" pos="4384"/>
        <p:guide pos="114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5169" y="2278241"/>
            <a:ext cx="27151013" cy="4846497"/>
          </a:xfrm>
        </p:spPr>
        <p:txBody>
          <a:bodyPr anchor="b"/>
          <a:lstStyle>
            <a:lvl1pPr algn="ctr">
              <a:defRPr sz="121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25169" y="7311637"/>
            <a:ext cx="27151013" cy="3360967"/>
          </a:xfrm>
        </p:spPr>
        <p:txBody>
          <a:bodyPr/>
          <a:lstStyle>
            <a:lvl1pPr marL="0" indent="0" algn="ctr">
              <a:buNone/>
              <a:defRPr sz="4870"/>
            </a:lvl1pPr>
            <a:lvl2pPr marL="928370" indent="0" algn="ctr">
              <a:buNone/>
              <a:defRPr sz="4060"/>
            </a:lvl2pPr>
            <a:lvl3pPr marL="1856105" indent="0" algn="ctr">
              <a:buNone/>
              <a:defRPr sz="3655"/>
            </a:lvl3pPr>
            <a:lvl4pPr marL="2784475" indent="0" algn="ctr">
              <a:buNone/>
              <a:defRPr sz="3250"/>
            </a:lvl4pPr>
            <a:lvl5pPr marL="3712210" indent="0" algn="ctr">
              <a:buNone/>
              <a:defRPr sz="3250"/>
            </a:lvl5pPr>
            <a:lvl6pPr marL="4640580" indent="0" algn="ctr">
              <a:buNone/>
              <a:defRPr sz="3250"/>
            </a:lvl6pPr>
            <a:lvl7pPr marL="5568315" indent="0" algn="ctr">
              <a:buNone/>
              <a:defRPr sz="3250"/>
            </a:lvl7pPr>
            <a:lvl8pPr marL="6496685" indent="0" algn="ctr">
              <a:buNone/>
              <a:defRPr sz="3250"/>
            </a:lvl8pPr>
            <a:lvl9pPr marL="7424420" indent="0" algn="ctr">
              <a:buNone/>
              <a:defRPr sz="325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9988" y="3470532"/>
            <a:ext cx="31223664" cy="5790660"/>
          </a:xfrm>
        </p:spPr>
        <p:txBody>
          <a:bodyPr anchor="b"/>
          <a:lstStyle>
            <a:lvl1pPr>
              <a:defRPr sz="121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69988" y="9315974"/>
            <a:ext cx="31223664" cy="3045171"/>
          </a:xfrm>
        </p:spPr>
        <p:txBody>
          <a:bodyPr/>
          <a:lstStyle>
            <a:lvl1pPr marL="0" indent="0">
              <a:buNone/>
              <a:defRPr sz="4870">
                <a:solidFill>
                  <a:schemeClr val="tx1">
                    <a:tint val="75000"/>
                  </a:schemeClr>
                </a:solidFill>
              </a:defRPr>
            </a:lvl1pPr>
            <a:lvl2pPr marL="928370" indent="0">
              <a:buNone/>
              <a:defRPr sz="4060">
                <a:solidFill>
                  <a:schemeClr val="tx1">
                    <a:tint val="75000"/>
                  </a:schemeClr>
                </a:solidFill>
              </a:defRPr>
            </a:lvl2pPr>
            <a:lvl3pPr marL="1856105" indent="0">
              <a:buNone/>
              <a:defRPr sz="3655">
                <a:solidFill>
                  <a:schemeClr val="tx1">
                    <a:tint val="75000"/>
                  </a:schemeClr>
                </a:solidFill>
              </a:defRPr>
            </a:lvl3pPr>
            <a:lvl4pPr marL="2784475" indent="0">
              <a:buNone/>
              <a:defRPr sz="3250">
                <a:solidFill>
                  <a:schemeClr val="tx1">
                    <a:tint val="75000"/>
                  </a:schemeClr>
                </a:solidFill>
              </a:defRPr>
            </a:lvl4pPr>
            <a:lvl5pPr marL="3712210" indent="0">
              <a:buNone/>
              <a:defRPr sz="3250">
                <a:solidFill>
                  <a:schemeClr val="tx1">
                    <a:tint val="75000"/>
                  </a:schemeClr>
                </a:solidFill>
              </a:defRPr>
            </a:lvl5pPr>
            <a:lvl6pPr marL="4640580" indent="0">
              <a:buNone/>
              <a:defRPr sz="3250">
                <a:solidFill>
                  <a:schemeClr val="tx1">
                    <a:tint val="75000"/>
                  </a:schemeClr>
                </a:solidFill>
              </a:defRPr>
            </a:lvl6pPr>
            <a:lvl7pPr marL="5568315" indent="0">
              <a:buNone/>
              <a:defRPr sz="3250">
                <a:solidFill>
                  <a:schemeClr val="tx1">
                    <a:tint val="75000"/>
                  </a:schemeClr>
                </a:solidFill>
              </a:defRPr>
            </a:lvl7pPr>
            <a:lvl8pPr marL="6496685" indent="0">
              <a:buNone/>
              <a:defRPr sz="3250">
                <a:solidFill>
                  <a:schemeClr val="tx1">
                    <a:tint val="75000"/>
                  </a:schemeClr>
                </a:solidFill>
              </a:defRPr>
            </a:lvl8pPr>
            <a:lvl9pPr marL="7424420" indent="0">
              <a:buNone/>
              <a:defRPr sz="32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88843" y="3705765"/>
            <a:ext cx="15385574" cy="8832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326933" y="3705765"/>
            <a:ext cx="15385574" cy="88326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558" y="741154"/>
            <a:ext cx="31223664" cy="269070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93559" y="3412528"/>
            <a:ext cx="15314867" cy="1672427"/>
          </a:xfrm>
        </p:spPr>
        <p:txBody>
          <a:bodyPr anchor="b"/>
          <a:lstStyle>
            <a:lvl1pPr marL="0" indent="0">
              <a:buNone/>
              <a:defRPr sz="4870" b="1"/>
            </a:lvl1pPr>
            <a:lvl2pPr marL="928370" indent="0">
              <a:buNone/>
              <a:defRPr sz="4060" b="1"/>
            </a:lvl2pPr>
            <a:lvl3pPr marL="1856105" indent="0">
              <a:buNone/>
              <a:defRPr sz="3655" b="1"/>
            </a:lvl3pPr>
            <a:lvl4pPr marL="2784475" indent="0">
              <a:buNone/>
              <a:defRPr sz="3250" b="1"/>
            </a:lvl4pPr>
            <a:lvl5pPr marL="3712210" indent="0">
              <a:buNone/>
              <a:defRPr sz="3250" b="1"/>
            </a:lvl5pPr>
            <a:lvl6pPr marL="4640580" indent="0">
              <a:buNone/>
              <a:defRPr sz="3250" b="1"/>
            </a:lvl6pPr>
            <a:lvl7pPr marL="5568315" indent="0">
              <a:buNone/>
              <a:defRPr sz="3250" b="1"/>
            </a:lvl7pPr>
            <a:lvl8pPr marL="6496685" indent="0">
              <a:buNone/>
              <a:defRPr sz="3250" b="1"/>
            </a:lvl8pPr>
            <a:lvl9pPr marL="7424420" indent="0">
              <a:buNone/>
              <a:defRPr sz="325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93559" y="5084955"/>
            <a:ext cx="15314867" cy="74792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326933" y="3412528"/>
            <a:ext cx="15390289" cy="1672427"/>
          </a:xfrm>
        </p:spPr>
        <p:txBody>
          <a:bodyPr anchor="b"/>
          <a:lstStyle>
            <a:lvl1pPr marL="0" indent="0">
              <a:buNone/>
              <a:defRPr sz="4870" b="1"/>
            </a:lvl1pPr>
            <a:lvl2pPr marL="928370" indent="0">
              <a:buNone/>
              <a:defRPr sz="4060" b="1"/>
            </a:lvl2pPr>
            <a:lvl3pPr marL="1856105" indent="0">
              <a:buNone/>
              <a:defRPr sz="3655" b="1"/>
            </a:lvl3pPr>
            <a:lvl4pPr marL="2784475" indent="0">
              <a:buNone/>
              <a:defRPr sz="3250" b="1"/>
            </a:lvl4pPr>
            <a:lvl5pPr marL="3712210" indent="0">
              <a:buNone/>
              <a:defRPr sz="3250" b="1"/>
            </a:lvl5pPr>
            <a:lvl6pPr marL="4640580" indent="0">
              <a:buNone/>
              <a:defRPr sz="3250" b="1"/>
            </a:lvl6pPr>
            <a:lvl7pPr marL="5568315" indent="0">
              <a:buNone/>
              <a:defRPr sz="3250" b="1"/>
            </a:lvl7pPr>
            <a:lvl8pPr marL="6496685" indent="0">
              <a:buNone/>
              <a:defRPr sz="3250" b="1"/>
            </a:lvl8pPr>
            <a:lvl9pPr marL="7424420" indent="0">
              <a:buNone/>
              <a:defRPr sz="325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326933" y="5084955"/>
            <a:ext cx="15390289" cy="747920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559" y="928052"/>
            <a:ext cx="11675877" cy="3248184"/>
          </a:xfrm>
        </p:spPr>
        <p:txBody>
          <a:bodyPr anchor="b"/>
          <a:lstStyle>
            <a:lvl1pPr>
              <a:defRPr sz="64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90289" y="2004337"/>
            <a:ext cx="18326933" cy="9892782"/>
          </a:xfrm>
        </p:spPr>
        <p:txBody>
          <a:bodyPr/>
          <a:lstStyle>
            <a:lvl1pPr>
              <a:defRPr sz="6495"/>
            </a:lvl1pPr>
            <a:lvl2pPr>
              <a:defRPr sz="5685"/>
            </a:lvl2pPr>
            <a:lvl3pPr>
              <a:defRPr sz="4870"/>
            </a:lvl3pPr>
            <a:lvl4pPr>
              <a:defRPr sz="4060"/>
            </a:lvl4pPr>
            <a:lvl5pPr>
              <a:defRPr sz="4060"/>
            </a:lvl5pPr>
            <a:lvl6pPr>
              <a:defRPr sz="4060"/>
            </a:lvl6pPr>
            <a:lvl7pPr>
              <a:defRPr sz="4060"/>
            </a:lvl7pPr>
            <a:lvl8pPr>
              <a:defRPr sz="4060"/>
            </a:lvl8pPr>
            <a:lvl9pPr>
              <a:defRPr sz="406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93559" y="4176236"/>
            <a:ext cx="11675877" cy="7736995"/>
          </a:xfrm>
        </p:spPr>
        <p:txBody>
          <a:bodyPr/>
          <a:lstStyle>
            <a:lvl1pPr marL="0" indent="0">
              <a:buNone/>
              <a:defRPr sz="3250"/>
            </a:lvl1pPr>
            <a:lvl2pPr marL="928370" indent="0">
              <a:buNone/>
              <a:defRPr sz="2840"/>
            </a:lvl2pPr>
            <a:lvl3pPr marL="1856105" indent="0">
              <a:buNone/>
              <a:defRPr sz="2435"/>
            </a:lvl3pPr>
            <a:lvl4pPr marL="2784475" indent="0">
              <a:buNone/>
              <a:defRPr sz="2030"/>
            </a:lvl4pPr>
            <a:lvl5pPr marL="3712210" indent="0">
              <a:buNone/>
              <a:defRPr sz="2030"/>
            </a:lvl5pPr>
            <a:lvl6pPr marL="4640580" indent="0">
              <a:buNone/>
              <a:defRPr sz="2030"/>
            </a:lvl6pPr>
            <a:lvl7pPr marL="5568315" indent="0">
              <a:buNone/>
              <a:defRPr sz="2030"/>
            </a:lvl7pPr>
            <a:lvl8pPr marL="6496685" indent="0">
              <a:buNone/>
              <a:defRPr sz="2030"/>
            </a:lvl8pPr>
            <a:lvl9pPr marL="7424420" indent="0">
              <a:buNone/>
              <a:defRPr sz="203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3559" y="928052"/>
            <a:ext cx="11675877" cy="3248184"/>
          </a:xfrm>
        </p:spPr>
        <p:txBody>
          <a:bodyPr anchor="b"/>
          <a:lstStyle>
            <a:lvl1pPr>
              <a:defRPr sz="64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90289" y="2004337"/>
            <a:ext cx="18326933" cy="9892782"/>
          </a:xfrm>
        </p:spPr>
        <p:txBody>
          <a:bodyPr anchor="t"/>
          <a:lstStyle>
            <a:lvl1pPr marL="0" indent="0">
              <a:buNone/>
              <a:defRPr sz="6495"/>
            </a:lvl1pPr>
            <a:lvl2pPr marL="928370" indent="0">
              <a:buNone/>
              <a:defRPr sz="5685"/>
            </a:lvl2pPr>
            <a:lvl3pPr marL="1856105" indent="0">
              <a:buNone/>
              <a:defRPr sz="4870"/>
            </a:lvl3pPr>
            <a:lvl4pPr marL="2784475" indent="0">
              <a:buNone/>
              <a:defRPr sz="4060"/>
            </a:lvl4pPr>
            <a:lvl5pPr marL="3712210" indent="0">
              <a:buNone/>
              <a:defRPr sz="4060"/>
            </a:lvl5pPr>
            <a:lvl6pPr marL="4640580" indent="0">
              <a:buNone/>
              <a:defRPr sz="4060"/>
            </a:lvl6pPr>
            <a:lvl7pPr marL="5568315" indent="0">
              <a:buNone/>
              <a:defRPr sz="4060"/>
            </a:lvl7pPr>
            <a:lvl8pPr marL="6496685" indent="0">
              <a:buNone/>
              <a:defRPr sz="4060"/>
            </a:lvl8pPr>
            <a:lvl9pPr marL="7424420" indent="0">
              <a:buNone/>
              <a:defRPr sz="406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93559" y="4176236"/>
            <a:ext cx="11675877" cy="7736995"/>
          </a:xfrm>
        </p:spPr>
        <p:txBody>
          <a:bodyPr/>
          <a:lstStyle>
            <a:lvl1pPr marL="0" indent="0">
              <a:buNone/>
              <a:defRPr sz="3250"/>
            </a:lvl1pPr>
            <a:lvl2pPr marL="928370" indent="0">
              <a:buNone/>
              <a:defRPr sz="2840"/>
            </a:lvl2pPr>
            <a:lvl3pPr marL="1856105" indent="0">
              <a:buNone/>
              <a:defRPr sz="2435"/>
            </a:lvl3pPr>
            <a:lvl4pPr marL="2784475" indent="0">
              <a:buNone/>
              <a:defRPr sz="2030"/>
            </a:lvl4pPr>
            <a:lvl5pPr marL="3712210" indent="0">
              <a:buNone/>
              <a:defRPr sz="2030"/>
            </a:lvl5pPr>
            <a:lvl6pPr marL="4640580" indent="0">
              <a:buNone/>
              <a:defRPr sz="2030"/>
            </a:lvl6pPr>
            <a:lvl7pPr marL="5568315" indent="0">
              <a:buNone/>
              <a:defRPr sz="2030"/>
            </a:lvl7pPr>
            <a:lvl8pPr marL="6496685" indent="0">
              <a:buNone/>
              <a:defRPr sz="2030"/>
            </a:lvl8pPr>
            <a:lvl9pPr marL="7424420" indent="0">
              <a:buNone/>
              <a:defRPr sz="203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906591" y="741153"/>
            <a:ext cx="7805916" cy="11797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88843" y="741153"/>
            <a:ext cx="22965231" cy="1179722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88843" y="741154"/>
            <a:ext cx="31223664" cy="2690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8843" y="3705765"/>
            <a:ext cx="31223664" cy="8832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88843" y="12902509"/>
            <a:ext cx="8145304" cy="7411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191407-47FC-4B69-A754-EED4E886553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91697" y="12902509"/>
            <a:ext cx="12217956" cy="7411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567203" y="12902509"/>
            <a:ext cx="8145304" cy="7411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0B89D7-2CF9-423C-A44F-9E143D9ED86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856105" rtl="0" eaLnBrk="1" latinLnBrk="0" hangingPunct="1">
        <a:lnSpc>
          <a:spcPct val="90000"/>
        </a:lnSpc>
        <a:spcBef>
          <a:spcPct val="0"/>
        </a:spcBef>
        <a:buNone/>
        <a:defRPr sz="89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4185" indent="-464185" algn="l" defTabSz="1856105" rtl="0" eaLnBrk="1" latinLnBrk="0" hangingPunct="1">
        <a:lnSpc>
          <a:spcPct val="90000"/>
        </a:lnSpc>
        <a:spcBef>
          <a:spcPts val="2030"/>
        </a:spcBef>
        <a:buFont typeface="Arial" panose="020B0604020202020204" pitchFamily="34" charset="0"/>
        <a:buChar char="•"/>
        <a:defRPr sz="5685" kern="1200">
          <a:solidFill>
            <a:schemeClr val="tx1"/>
          </a:solidFill>
          <a:latin typeface="+mn-lt"/>
          <a:ea typeface="+mn-ea"/>
          <a:cs typeface="+mn-cs"/>
        </a:defRPr>
      </a:lvl1pPr>
      <a:lvl2pPr marL="1391920" indent="-464185" algn="l" defTabSz="185610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4870" kern="1200">
          <a:solidFill>
            <a:schemeClr val="tx1"/>
          </a:solidFill>
          <a:latin typeface="+mn-lt"/>
          <a:ea typeface="+mn-ea"/>
          <a:cs typeface="+mn-cs"/>
        </a:defRPr>
      </a:lvl2pPr>
      <a:lvl3pPr marL="2320290" indent="-464185" algn="l" defTabSz="185610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4060" kern="1200">
          <a:solidFill>
            <a:schemeClr val="tx1"/>
          </a:solidFill>
          <a:latin typeface="+mn-lt"/>
          <a:ea typeface="+mn-ea"/>
          <a:cs typeface="+mn-cs"/>
        </a:defRPr>
      </a:lvl3pPr>
      <a:lvl4pPr marL="3248025" indent="-464185" algn="l" defTabSz="185610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3655" kern="1200">
          <a:solidFill>
            <a:schemeClr val="tx1"/>
          </a:solidFill>
          <a:latin typeface="+mn-lt"/>
          <a:ea typeface="+mn-ea"/>
          <a:cs typeface="+mn-cs"/>
        </a:defRPr>
      </a:lvl4pPr>
      <a:lvl5pPr marL="4176395" indent="-464185" algn="l" defTabSz="185610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3655" kern="1200">
          <a:solidFill>
            <a:schemeClr val="tx1"/>
          </a:solidFill>
          <a:latin typeface="+mn-lt"/>
          <a:ea typeface="+mn-ea"/>
          <a:cs typeface="+mn-cs"/>
        </a:defRPr>
      </a:lvl5pPr>
      <a:lvl6pPr marL="5104130" indent="-464185" algn="l" defTabSz="185610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3655" kern="1200">
          <a:solidFill>
            <a:schemeClr val="tx1"/>
          </a:solidFill>
          <a:latin typeface="+mn-lt"/>
          <a:ea typeface="+mn-ea"/>
          <a:cs typeface="+mn-cs"/>
        </a:defRPr>
      </a:lvl6pPr>
      <a:lvl7pPr marL="6032500" indent="-464185" algn="l" defTabSz="185610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3655" kern="1200">
          <a:solidFill>
            <a:schemeClr val="tx1"/>
          </a:solidFill>
          <a:latin typeface="+mn-lt"/>
          <a:ea typeface="+mn-ea"/>
          <a:cs typeface="+mn-cs"/>
        </a:defRPr>
      </a:lvl7pPr>
      <a:lvl8pPr marL="6960235" indent="-464185" algn="l" defTabSz="185610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3655" kern="1200">
          <a:solidFill>
            <a:schemeClr val="tx1"/>
          </a:solidFill>
          <a:latin typeface="+mn-lt"/>
          <a:ea typeface="+mn-ea"/>
          <a:cs typeface="+mn-cs"/>
        </a:defRPr>
      </a:lvl8pPr>
      <a:lvl9pPr marL="7888605" indent="-464185" algn="l" defTabSz="1856105" rtl="0" eaLnBrk="1" latinLnBrk="0" hangingPunct="1">
        <a:lnSpc>
          <a:spcPct val="90000"/>
        </a:lnSpc>
        <a:spcBef>
          <a:spcPts val="1015"/>
        </a:spcBef>
        <a:buFont typeface="Arial" panose="020B0604020202020204" pitchFamily="34" charset="0"/>
        <a:buChar char="•"/>
        <a:defRPr sz="365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56105" rtl="0" eaLnBrk="1" latinLnBrk="0" hangingPunct="1">
        <a:defRPr sz="3655" kern="1200">
          <a:solidFill>
            <a:schemeClr val="tx1"/>
          </a:solidFill>
          <a:latin typeface="+mn-lt"/>
          <a:ea typeface="+mn-ea"/>
          <a:cs typeface="+mn-cs"/>
        </a:defRPr>
      </a:lvl1pPr>
      <a:lvl2pPr marL="928370" algn="l" defTabSz="1856105" rtl="0" eaLnBrk="1" latinLnBrk="0" hangingPunct="1">
        <a:defRPr sz="3655" kern="1200">
          <a:solidFill>
            <a:schemeClr val="tx1"/>
          </a:solidFill>
          <a:latin typeface="+mn-lt"/>
          <a:ea typeface="+mn-ea"/>
          <a:cs typeface="+mn-cs"/>
        </a:defRPr>
      </a:lvl2pPr>
      <a:lvl3pPr marL="1856105" algn="l" defTabSz="1856105" rtl="0" eaLnBrk="1" latinLnBrk="0" hangingPunct="1">
        <a:defRPr sz="3655" kern="1200">
          <a:solidFill>
            <a:schemeClr val="tx1"/>
          </a:solidFill>
          <a:latin typeface="+mn-lt"/>
          <a:ea typeface="+mn-ea"/>
          <a:cs typeface="+mn-cs"/>
        </a:defRPr>
      </a:lvl3pPr>
      <a:lvl4pPr marL="2784475" algn="l" defTabSz="1856105" rtl="0" eaLnBrk="1" latinLnBrk="0" hangingPunct="1">
        <a:defRPr sz="3655" kern="1200">
          <a:solidFill>
            <a:schemeClr val="tx1"/>
          </a:solidFill>
          <a:latin typeface="+mn-lt"/>
          <a:ea typeface="+mn-ea"/>
          <a:cs typeface="+mn-cs"/>
        </a:defRPr>
      </a:lvl4pPr>
      <a:lvl5pPr marL="3712210" algn="l" defTabSz="1856105" rtl="0" eaLnBrk="1" latinLnBrk="0" hangingPunct="1">
        <a:defRPr sz="3655" kern="1200">
          <a:solidFill>
            <a:schemeClr val="tx1"/>
          </a:solidFill>
          <a:latin typeface="+mn-lt"/>
          <a:ea typeface="+mn-ea"/>
          <a:cs typeface="+mn-cs"/>
        </a:defRPr>
      </a:lvl5pPr>
      <a:lvl6pPr marL="4640580" algn="l" defTabSz="1856105" rtl="0" eaLnBrk="1" latinLnBrk="0" hangingPunct="1">
        <a:defRPr sz="3655" kern="1200">
          <a:solidFill>
            <a:schemeClr val="tx1"/>
          </a:solidFill>
          <a:latin typeface="+mn-lt"/>
          <a:ea typeface="+mn-ea"/>
          <a:cs typeface="+mn-cs"/>
        </a:defRPr>
      </a:lvl6pPr>
      <a:lvl7pPr marL="5568315" algn="l" defTabSz="1856105" rtl="0" eaLnBrk="1" latinLnBrk="0" hangingPunct="1">
        <a:defRPr sz="3655" kern="1200">
          <a:solidFill>
            <a:schemeClr val="tx1"/>
          </a:solidFill>
          <a:latin typeface="+mn-lt"/>
          <a:ea typeface="+mn-ea"/>
          <a:cs typeface="+mn-cs"/>
        </a:defRPr>
      </a:lvl7pPr>
      <a:lvl8pPr marL="6496685" algn="l" defTabSz="1856105" rtl="0" eaLnBrk="1" latinLnBrk="0" hangingPunct="1">
        <a:defRPr sz="3655" kern="1200">
          <a:solidFill>
            <a:schemeClr val="tx1"/>
          </a:solidFill>
          <a:latin typeface="+mn-lt"/>
          <a:ea typeface="+mn-ea"/>
          <a:cs typeface="+mn-cs"/>
        </a:defRPr>
      </a:lvl8pPr>
      <a:lvl9pPr marL="7424420" algn="l" defTabSz="1856105" rtl="0" eaLnBrk="1" latinLnBrk="0" hangingPunct="1">
        <a:defRPr sz="36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01000" y="3396175"/>
            <a:ext cx="2346960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Labelimg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标注数据集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001000" y="1229751"/>
            <a:ext cx="2346960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Anaconda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配置环境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01000" y="7729023"/>
            <a:ext cx="2346960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训练模型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001000" y="5562599"/>
            <a:ext cx="2346960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划分训练集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373708" y="3396175"/>
            <a:ext cx="2346960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Qt Designer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设计操作界面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8001000" y="9895447"/>
            <a:ext cx="2346960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选择</a:t>
            </a:r>
            <a:endParaRPr lang="en-US" altLang="zh-CN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合适模型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373708" y="5562599"/>
            <a:ext cx="2346960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PyQt5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操作界面逻辑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2373708" y="7729023"/>
            <a:ext cx="2346960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加载模型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直接箭头连接符 14"/>
          <p:cNvCxnSpPr>
            <a:stCxn id="4" idx="2"/>
            <a:endCxn id="2" idx="0"/>
          </p:cNvCxnSpPr>
          <p:nvPr/>
        </p:nvCxnSpPr>
        <p:spPr>
          <a:xfrm>
            <a:off x="9174480" y="2357511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>
            <a:off x="9149016" y="4523935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>
            <a:off x="9174480" y="6690359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9174480" y="8856783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13547188" y="4520611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13547188" y="6690359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/>
          <p:cNvCxnSpPr>
            <a:stCxn id="8" idx="3"/>
            <a:endCxn id="10" idx="2"/>
          </p:cNvCxnSpPr>
          <p:nvPr/>
        </p:nvCxnSpPr>
        <p:spPr>
          <a:xfrm flipV="1">
            <a:off x="10347960" y="8856783"/>
            <a:ext cx="3199228" cy="1602544"/>
          </a:xfrm>
          <a:prstGeom prst="bentConnector2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/>
          <p:cNvCxnSpPr>
            <a:stCxn id="10" idx="3"/>
          </p:cNvCxnSpPr>
          <p:nvPr/>
        </p:nvCxnSpPr>
        <p:spPr>
          <a:xfrm flipV="1">
            <a:off x="14720668" y="7729023"/>
            <a:ext cx="3380007" cy="563880"/>
          </a:xfrm>
          <a:prstGeom prst="bentConnector3">
            <a:avLst>
              <a:gd name="adj1" fmla="val 100340"/>
            </a:avLst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66060" y="3992880"/>
            <a:ext cx="5269230" cy="3736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001000" y="3396175"/>
            <a:ext cx="2497014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图像预处理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000999" y="1229751"/>
            <a:ext cx="2497015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文件导入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图片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视频</a:t>
            </a:r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摄像头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" name="直接箭头连接符 5"/>
          <p:cNvCxnSpPr>
            <a:stCxn id="5" idx="2"/>
            <a:endCxn id="4" idx="0"/>
          </p:cNvCxnSpPr>
          <p:nvPr/>
        </p:nvCxnSpPr>
        <p:spPr>
          <a:xfrm>
            <a:off x="9249507" y="2357511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8000999" y="5562599"/>
            <a:ext cx="2497014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加载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YOLOv8</a:t>
            </a: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模型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>
            <a:off x="9249506" y="4523935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8000999" y="7729023"/>
            <a:ext cx="2497014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特征提取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特征融合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9249506" y="6690359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1746520" y="5562599"/>
            <a:ext cx="2497014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检测头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5" name="连接符: 肘形 14"/>
          <p:cNvCxnSpPr>
            <a:stCxn id="11" idx="3"/>
            <a:endCxn id="13" idx="2"/>
          </p:cNvCxnSpPr>
          <p:nvPr/>
        </p:nvCxnSpPr>
        <p:spPr>
          <a:xfrm flipV="1">
            <a:off x="10498013" y="6690359"/>
            <a:ext cx="2497014" cy="1602544"/>
          </a:xfrm>
          <a:prstGeom prst="bentConnector2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11746520" y="3351627"/>
            <a:ext cx="2497014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预测框解码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1" name="直接箭头连接符 20"/>
          <p:cNvCxnSpPr>
            <a:stCxn id="13" idx="0"/>
            <a:endCxn id="19" idx="2"/>
          </p:cNvCxnSpPr>
          <p:nvPr/>
        </p:nvCxnSpPr>
        <p:spPr>
          <a:xfrm flipV="1">
            <a:off x="12995027" y="4479387"/>
            <a:ext cx="0" cy="108321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11746520" y="1229751"/>
            <a:ext cx="2497014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非最大值抑制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12914134" y="2312963"/>
            <a:ext cx="0" cy="108321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5492040" y="3351627"/>
            <a:ext cx="2497014" cy="11277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输出检测结果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7" name="连接符: 肘形 26"/>
          <p:cNvCxnSpPr>
            <a:stCxn id="23" idx="3"/>
            <a:endCxn id="25" idx="0"/>
          </p:cNvCxnSpPr>
          <p:nvPr/>
        </p:nvCxnSpPr>
        <p:spPr>
          <a:xfrm>
            <a:off x="14243534" y="1793631"/>
            <a:ext cx="2497013" cy="1557996"/>
          </a:xfrm>
          <a:prstGeom prst="bentConnector2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/>
          <p:cNvSpPr/>
          <p:nvPr/>
        </p:nvSpPr>
        <p:spPr>
          <a:xfrm>
            <a:off x="15492040" y="5559861"/>
            <a:ext cx="2497014" cy="17553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边界框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类别标签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置信度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目标坐标</a:t>
            </a:r>
            <a:endParaRPr lang="en-US" altLang="zh-CN" sz="2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0" name="直接箭头连接符 29"/>
          <p:cNvCxnSpPr/>
          <p:nvPr/>
        </p:nvCxnSpPr>
        <p:spPr>
          <a:xfrm>
            <a:off x="16740547" y="4538002"/>
            <a:ext cx="0" cy="10386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DcwM2QwMWQ3NjNmYmU2YWUyZDcxMmI4NTg0YTVmOTk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169</Words>
  <Application>WPS 演示</Application>
  <PresentationFormat>自定义</PresentationFormat>
  <Paragraphs>48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3" baseType="lpstr">
      <vt:lpstr>Arial</vt:lpstr>
      <vt:lpstr>宋体</vt:lpstr>
      <vt:lpstr>Wingdings</vt:lpstr>
      <vt:lpstr>Times New Roman</vt:lpstr>
      <vt:lpstr>等线</vt:lpstr>
      <vt:lpstr>微软雅黑</vt:lpstr>
      <vt:lpstr>Arial Unicode MS</vt:lpstr>
      <vt:lpstr>等线 Light</vt:lpstr>
      <vt:lpstr>Calibri Light</vt:lpstr>
      <vt:lpstr>Calibri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3504442992@qq.com</dc:creator>
  <cp:lastModifiedBy>zh</cp:lastModifiedBy>
  <cp:revision>17</cp:revision>
  <dcterms:created xsi:type="dcterms:W3CDTF">2022-02-25T13:47:00Z</dcterms:created>
  <dcterms:modified xsi:type="dcterms:W3CDTF">2024-09-16T13:10:55Z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BA1569616AD64E5B9446BEA159E32F3B_12</vt:lpwstr>
  </property>
  <property fmtid="{D5CDD505-2E9C-101B-9397-08002B2CF9AE}" pid="3" name="KSOProductBuildVer">
    <vt:lpwstr>2052-12.1.0.17857</vt:lpwstr>
  </property>
</Properties>
</file>