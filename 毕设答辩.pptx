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3"/>
  </p:sldMasterIdLst>
  <p:notesMasterIdLst>
    <p:notesMasterId r:id="rId5"/>
  </p:notesMasterIdLst>
  <p:sldIdLst>
    <p:sldId id="359" r:id="rId4"/>
    <p:sldId id="360" r:id="rId6"/>
    <p:sldId id="361" r:id="rId7"/>
    <p:sldId id="362" r:id="rId8"/>
    <p:sldId id="363" r:id="rId9"/>
    <p:sldId id="364" r:id="rId10"/>
    <p:sldId id="365" r:id="rId11"/>
    <p:sldId id="366" r:id="rId12"/>
    <p:sldId id="367" r:id="rId13"/>
    <p:sldId id="368" r:id="rId14"/>
    <p:sldId id="369" r:id="rId15"/>
    <p:sldId id="370" r:id="rId16"/>
    <p:sldId id="371" r:id="rId17"/>
    <p:sldId id="372" r:id="rId18"/>
    <p:sldId id="373" r:id="rId19"/>
    <p:sldId id="374" r:id="rId20"/>
    <p:sldId id="375" r:id="rId21"/>
    <p:sldId id="376" r:id="rId22"/>
    <p:sldId id="377" r:id="rId23"/>
    <p:sldId id="378" r:id="rId24"/>
    <p:sldId id="379" r:id="rId25"/>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AFF69C1-7A14-4DD4-9293-DF9C7EDF6F23}">
          <p14:sldIdLst>
            <p14:sldId id="379"/>
            <p14:sldId id="378"/>
            <p14:sldId id="377"/>
            <p14:sldId id="376"/>
            <p14:sldId id="375"/>
            <p14:sldId id="374"/>
            <p14:sldId id="373"/>
            <p14:sldId id="372"/>
            <p14:sldId id="371"/>
            <p14:sldId id="370"/>
            <p14:sldId id="369"/>
            <p14:sldId id="368"/>
            <p14:sldId id="367"/>
            <p14:sldId id="366"/>
            <p14:sldId id="365"/>
            <p14:sldId id="364"/>
            <p14:sldId id="363"/>
            <p14:sldId id="362"/>
            <p14:sldId id="361"/>
            <p14:sldId id="360"/>
            <p14:sldId id="359"/>
          </p14:sldIdLst>
        </p14:section>
      </p14:sectionLst>
    </p:ext>
    <p:ext uri="{EFAFB233-063F-42B5-8137-9DF3F51BA10A}">
      <p15:sldGuideLst xmlns:p15="http://schemas.microsoft.com/office/powerpoint/2012/main">
        <p15:guide id="1" orient="horz" pos="2154" userDrawn="1">
          <p15:clr>
            <a:srgbClr val="A4A3A4"/>
          </p15:clr>
        </p15:guide>
        <p15:guide id="2" pos="385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181B3"/>
    <a:srgbClr val="0F74A1"/>
    <a:srgbClr val="0D6389"/>
    <a:srgbClr val="D9E3FF"/>
    <a:srgbClr val="FEE0D6"/>
    <a:srgbClr val="FCC1AE"/>
    <a:srgbClr val="C11E03"/>
    <a:srgbClr val="F391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5" autoAdjust="0"/>
    <p:restoredTop sz="94279" autoAdjust="0"/>
  </p:normalViewPr>
  <p:slideViewPr>
    <p:cSldViewPr snapToGrid="0" showGuides="1">
      <p:cViewPr varScale="1">
        <p:scale>
          <a:sx n="68" d="100"/>
          <a:sy n="68" d="100"/>
        </p:scale>
        <p:origin x="580" y="60"/>
      </p:cViewPr>
      <p:guideLst>
        <p:guide orient="horz" pos="2154"/>
        <p:guide pos="38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tags" Target="tags/tag350.xml"/><Relationship Id="rId3" Type="http://schemas.openxmlformats.org/officeDocument/2006/relationships/slideMaster" Target="slideMasters/slideMaster2.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8C7A92-BE57-4643-A063-067DD9EBF66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40A2F5-961A-45DC-9B56-8438DF61963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E9BB75-9EB3-4665-8B5F-619C123C911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E9BB75-9EB3-4665-8B5F-619C123C911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E9BB75-9EB3-4665-8B5F-619C123C911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E40A2F5-961A-45DC-9B56-8438DF61963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0" Type="http://schemas.openxmlformats.org/officeDocument/2006/relationships/tags" Target="../tags/tag27.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1" Type="http://schemas.openxmlformats.org/officeDocument/2006/relationships/tags" Target="../tags/tag45.xml"/><Relationship Id="rId10" Type="http://schemas.openxmlformats.org/officeDocument/2006/relationships/tags" Target="../tags/tag44.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1" Type="http://schemas.openxmlformats.org/officeDocument/2006/relationships/tags" Target="../tags/tag78.xml"/><Relationship Id="rId10" Type="http://schemas.openxmlformats.org/officeDocument/2006/relationships/tags" Target="../tags/tag77.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0" Type="http://schemas.openxmlformats.org/officeDocument/2006/relationships/tags" Target="../tags/tag97.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tags" Target="../tags/tag104.xml"/><Relationship Id="rId7" Type="http://schemas.openxmlformats.org/officeDocument/2006/relationships/tags" Target="../tags/tag103.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6" Type="http://schemas.openxmlformats.org/officeDocument/2006/relationships/tags" Target="../tags/tag112.xml"/><Relationship Id="rId15" Type="http://schemas.openxmlformats.org/officeDocument/2006/relationships/tags" Target="../tags/tag111.xml"/><Relationship Id="rId14" Type="http://schemas.openxmlformats.org/officeDocument/2006/relationships/tags" Target="../tags/tag110.xml"/><Relationship Id="rId13" Type="http://schemas.openxmlformats.org/officeDocument/2006/relationships/tags" Target="../tags/tag109.xml"/><Relationship Id="rId12" Type="http://schemas.openxmlformats.org/officeDocument/2006/relationships/tags" Target="../tags/tag108.xml"/><Relationship Id="rId11" Type="http://schemas.openxmlformats.org/officeDocument/2006/relationships/tags" Target="../tags/tag107.xml"/><Relationship Id="rId10" Type="http://schemas.openxmlformats.org/officeDocument/2006/relationships/tags" Target="../tags/tag106.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20.xml"/><Relationship Id="rId8" Type="http://schemas.openxmlformats.org/officeDocument/2006/relationships/tags" Target="../tags/tag119.xml"/><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2" Type="http://schemas.openxmlformats.org/officeDocument/2006/relationships/tags" Target="../tags/tag141.xml"/><Relationship Id="rId11" Type="http://schemas.openxmlformats.org/officeDocument/2006/relationships/tags" Target="../tags/tag140.xml"/><Relationship Id="rId10" Type="http://schemas.openxmlformats.org/officeDocument/2006/relationships/tags" Target="../tags/tag139.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tags" Target="../tags/tag148.xml"/><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2" Type="http://schemas.openxmlformats.org/officeDocument/2006/relationships/tags" Target="../tags/tag152.xml"/><Relationship Id="rId11" Type="http://schemas.openxmlformats.org/officeDocument/2006/relationships/tags" Target="../tags/tag151.xml"/><Relationship Id="rId10" Type="http://schemas.openxmlformats.org/officeDocument/2006/relationships/tags" Target="../tags/tag150.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160.xml"/><Relationship Id="rId8" Type="http://schemas.openxmlformats.org/officeDocument/2006/relationships/tags" Target="../tags/tag159.xml"/><Relationship Id="rId7" Type="http://schemas.openxmlformats.org/officeDocument/2006/relationships/tags" Target="../tags/tag158.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68.xml"/><Relationship Id="rId8" Type="http://schemas.openxmlformats.org/officeDocument/2006/relationships/tags" Target="../tags/tag167.xml"/><Relationship Id="rId7" Type="http://schemas.openxmlformats.org/officeDocument/2006/relationships/tags" Target="../tags/tag166.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4" Type="http://schemas.openxmlformats.org/officeDocument/2006/relationships/tags" Target="../tags/tag173.xml"/><Relationship Id="rId13" Type="http://schemas.openxmlformats.org/officeDocument/2006/relationships/tags" Target="../tags/tag172.xml"/><Relationship Id="rId12" Type="http://schemas.openxmlformats.org/officeDocument/2006/relationships/tags" Target="../tags/tag171.xml"/><Relationship Id="rId11" Type="http://schemas.openxmlformats.org/officeDocument/2006/relationships/tags" Target="../tags/tag170.xml"/><Relationship Id="rId10" Type="http://schemas.openxmlformats.org/officeDocument/2006/relationships/tags" Target="../tags/tag16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181.xml"/><Relationship Id="rId8" Type="http://schemas.openxmlformats.org/officeDocument/2006/relationships/tags" Target="../tags/tag180.xml"/><Relationship Id="rId7" Type="http://schemas.openxmlformats.org/officeDocument/2006/relationships/tags" Target="../tags/tag179.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tags" Target="../tags/tag174.xml"/><Relationship Id="rId15" Type="http://schemas.openxmlformats.org/officeDocument/2006/relationships/tags" Target="../tags/tag187.xml"/><Relationship Id="rId14" Type="http://schemas.openxmlformats.org/officeDocument/2006/relationships/tags" Target="../tags/tag186.xml"/><Relationship Id="rId13" Type="http://schemas.openxmlformats.org/officeDocument/2006/relationships/tags" Target="../tags/tag185.xml"/><Relationship Id="rId12" Type="http://schemas.openxmlformats.org/officeDocument/2006/relationships/tags" Target="../tags/tag184.xml"/><Relationship Id="rId11" Type="http://schemas.openxmlformats.org/officeDocument/2006/relationships/tags" Target="../tags/tag183.xml"/><Relationship Id="rId10" Type="http://schemas.openxmlformats.org/officeDocument/2006/relationships/tags" Target="../tags/tag182.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23" name="组合 22"/>
          <p:cNvGrpSpPr/>
          <p:nvPr userDrawn="1">
            <p:custDataLst>
              <p:tags r:id="rId2"/>
            </p:custDataLst>
          </p:nvPr>
        </p:nvGrpSpPr>
        <p:grpSpPr>
          <a:xfrm>
            <a:off x="2028560" y="4443106"/>
            <a:ext cx="10163441" cy="2414895"/>
            <a:chOff x="2028560" y="4443106"/>
            <a:chExt cx="10163441" cy="2414895"/>
          </a:xfrm>
        </p:grpSpPr>
        <p:sp>
          <p:nvSpPr>
            <p:cNvPr id="21" name="等腰三角形 20"/>
            <p:cNvSpPr/>
            <p:nvPr>
              <p:custDataLst>
                <p:tags r:id="rId3"/>
              </p:custDataLst>
            </p:nvPr>
          </p:nvSpPr>
          <p:spPr>
            <a:xfrm flipH="1">
              <a:off x="4379873" y="4443106"/>
              <a:ext cx="4884016" cy="2414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22" name="任意多边形 12"/>
            <p:cNvSpPr/>
            <p:nvPr>
              <p:custDataLst>
                <p:tags r:id="rId4"/>
              </p:custDataLst>
            </p:nvPr>
          </p:nvSpPr>
          <p:spPr>
            <a:xfrm flipH="1">
              <a:off x="6821881" y="4443106"/>
              <a:ext cx="2442008" cy="2414895"/>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9" name="等腰三角形 18"/>
            <p:cNvSpPr/>
            <p:nvPr>
              <p:custDataLst>
                <p:tags r:id="rId5"/>
              </p:custDataLst>
            </p:nvPr>
          </p:nvSpPr>
          <p:spPr>
            <a:xfrm flipH="1">
              <a:off x="7799834" y="5410200"/>
              <a:ext cx="2928111" cy="144780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20" name="任意多边形 16"/>
            <p:cNvSpPr/>
            <p:nvPr>
              <p:custDataLst>
                <p:tags r:id="rId6"/>
              </p:custDataLst>
            </p:nvPr>
          </p:nvSpPr>
          <p:spPr>
            <a:xfrm flipH="1">
              <a:off x="9263890" y="5410200"/>
              <a:ext cx="1464056" cy="1447800"/>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7" name="等腰三角形 16"/>
            <p:cNvSpPr/>
            <p:nvPr>
              <p:custDataLst>
                <p:tags r:id="rId7"/>
              </p:custDataLst>
            </p:nvPr>
          </p:nvSpPr>
          <p:spPr>
            <a:xfrm flipH="1">
              <a:off x="2838706" y="5048250"/>
              <a:ext cx="3660139" cy="180975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8" name="任意多边形 19"/>
            <p:cNvSpPr/>
            <p:nvPr>
              <p:custDataLst>
                <p:tags r:id="rId8"/>
              </p:custDataLst>
            </p:nvPr>
          </p:nvSpPr>
          <p:spPr>
            <a:xfrm flipH="1">
              <a:off x="4668776" y="5048250"/>
              <a:ext cx="1830070" cy="1809751"/>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15" name="等腰三角形 14"/>
            <p:cNvSpPr/>
            <p:nvPr>
              <p:custDataLst>
                <p:tags r:id="rId9"/>
              </p:custDataLst>
            </p:nvPr>
          </p:nvSpPr>
          <p:spPr>
            <a:xfrm flipH="1">
              <a:off x="11150357" y="6342962"/>
              <a:ext cx="1041643" cy="51503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6" name="任意多边形 22"/>
            <p:cNvSpPr/>
            <p:nvPr>
              <p:custDataLst>
                <p:tags r:id="rId10"/>
              </p:custDataLst>
            </p:nvPr>
          </p:nvSpPr>
          <p:spPr>
            <a:xfrm flipH="1">
              <a:off x="11671179" y="6342962"/>
              <a:ext cx="520822" cy="515039"/>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3" name="等腰三角形 12"/>
            <p:cNvSpPr/>
            <p:nvPr>
              <p:custDataLst>
                <p:tags r:id="rId11"/>
              </p:custDataLst>
            </p:nvPr>
          </p:nvSpPr>
          <p:spPr>
            <a:xfrm flipH="1">
              <a:off x="2028560" y="6342962"/>
              <a:ext cx="1041643" cy="51503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4" name="任意多边形 25"/>
            <p:cNvSpPr/>
            <p:nvPr>
              <p:custDataLst>
                <p:tags r:id="rId12"/>
              </p:custDataLst>
            </p:nvPr>
          </p:nvSpPr>
          <p:spPr>
            <a:xfrm flipH="1">
              <a:off x="2549382" y="6342962"/>
              <a:ext cx="520822" cy="515039"/>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2" name="标题 1"/>
          <p:cNvSpPr>
            <a:spLocks noGrp="1"/>
          </p:cNvSpPr>
          <p:nvPr>
            <p:ph type="ctrTitle" hasCustomPrompt="1"/>
            <p:custDataLst>
              <p:tags r:id="rId13"/>
            </p:custDataLst>
          </p:nvPr>
        </p:nvSpPr>
        <p:spPr>
          <a:xfrm>
            <a:off x="1508760" y="1444797"/>
            <a:ext cx="8895080" cy="1364615"/>
          </a:xfrm>
        </p:spPr>
        <p:txBody>
          <a:bodyPr anchor="b">
            <a:normAutofit/>
          </a:bodyPr>
          <a:lstStyle>
            <a:lvl1pPr algn="l">
              <a:lnSpc>
                <a:spcPct val="130000"/>
              </a:lnSpc>
              <a:defRPr sz="7200" b="0" u="none" strike="noStrike" kern="1200" cap="none" spc="200" normalizeH="0" baseline="0">
                <a:solidFill>
                  <a:schemeClr val="accent1"/>
                </a:soli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4"/>
            </p:custDataLst>
          </p:nvPr>
        </p:nvSpPr>
        <p:spPr>
          <a:xfrm>
            <a:off x="1558005" y="2925216"/>
            <a:ext cx="8894914" cy="741633"/>
          </a:xfrm>
        </p:spPr>
        <p:txBody>
          <a:bodyPr>
            <a:normAutofit/>
          </a:bodyPr>
          <a:lstStyle>
            <a:lvl1pPr marL="0" indent="0" algn="l">
              <a:lnSpc>
                <a:spcPct val="130000"/>
              </a:lnSpc>
              <a:buNone/>
              <a:defRPr sz="2000" u="none" strike="noStrike" kern="1200" cap="none" spc="0" normalizeH="0" baseline="0">
                <a:latin typeface="Arial" panose="020B0604020202020204" pitchFamily="34" charset="0"/>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15"/>
            </p:custDataLst>
          </p:nvPr>
        </p:nvSpPr>
        <p:spPr/>
        <p:txBody>
          <a:bodyPr/>
          <a:lstStyle/>
          <a:p>
            <a:fld id="{0488CED8-A2E1-4FD5-B2F5-D691BB24C91E}" type="datetimeFigureOut">
              <a:rPr lang="zh-CN" altLang="en-US" smtClean="0"/>
            </a:fld>
            <a:endParaRPr lang="zh-CN" altLang="en-US"/>
          </a:p>
        </p:txBody>
      </p:sp>
      <p:sp>
        <p:nvSpPr>
          <p:cNvPr id="5" name="页脚占位符 4"/>
          <p:cNvSpPr>
            <a:spLocks noGrp="1"/>
          </p:cNvSpPr>
          <p:nvPr>
            <p:ph type="ftr" sz="quarter" idx="11"/>
            <p:custDataLst>
              <p:tags r:id="rId16"/>
            </p:custDataLst>
          </p:nvPr>
        </p:nvSpPr>
        <p:spPr/>
        <p:txBody>
          <a:bodyPr/>
          <a:lstStyle/>
          <a:p>
            <a:endParaRPr lang="zh-CN" altLang="en-US"/>
          </a:p>
        </p:txBody>
      </p:sp>
      <p:sp>
        <p:nvSpPr>
          <p:cNvPr id="6" name="灯片编号占位符 5"/>
          <p:cNvSpPr>
            <a:spLocks noGrp="1"/>
          </p:cNvSpPr>
          <p:nvPr>
            <p:ph type="sldNum" sz="quarter" idx="12"/>
            <p:custDataLst>
              <p:tags r:id="rId17"/>
            </p:custDataLst>
          </p:nvPr>
        </p:nvSpPr>
        <p:spPr/>
        <p:txBody>
          <a:bodyPr/>
          <a:lstStyle/>
          <a:p>
            <a:fld id="{1A5F2F5A-3577-40D0-9738-AC762F5E245E}" type="slidenum">
              <a:rPr lang="zh-CN" altLang="en-US" smtClean="0"/>
            </a:fld>
            <a:endParaRPr lang="zh-CN" altLang="en-US"/>
          </a:p>
        </p:txBody>
      </p:sp>
      <p:sp>
        <p:nvSpPr>
          <p:cNvPr id="10" name="文本占位符 9"/>
          <p:cNvSpPr>
            <a:spLocks noGrp="1"/>
          </p:cNvSpPr>
          <p:nvPr>
            <p:ph type="body" sz="quarter" idx="14" hasCustomPrompt="1"/>
            <p:custDataLst>
              <p:tags r:id="rId18"/>
            </p:custDataLst>
          </p:nvPr>
        </p:nvSpPr>
        <p:spPr>
          <a:xfrm>
            <a:off x="1559560" y="3760809"/>
            <a:ext cx="5187600" cy="468000"/>
          </a:xfrm>
        </p:spPr>
        <p:txBody>
          <a:bodyPr/>
          <a:lstStyle>
            <a:lvl1pPr marL="0" indent="0">
              <a:lnSpc>
                <a:spcPct val="130000"/>
              </a:lnSpc>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endParaRPr lang="en-US" altLang="zh-CN" dirty="0"/>
          </a:p>
        </p:txBody>
      </p:sp>
      <p:sp>
        <p:nvSpPr>
          <p:cNvPr id="12" name="文本占位符 11"/>
          <p:cNvSpPr>
            <a:spLocks noGrp="1"/>
          </p:cNvSpPr>
          <p:nvPr>
            <p:ph type="body" sz="quarter" idx="15" hasCustomPrompt="1"/>
            <p:custDataLst>
              <p:tags r:id="rId19"/>
            </p:custDataLst>
          </p:nvPr>
        </p:nvSpPr>
        <p:spPr>
          <a:xfrm>
            <a:off x="1558005" y="4208723"/>
            <a:ext cx="2930400" cy="468000"/>
          </a:xfrm>
        </p:spPr>
        <p:txBody>
          <a:bodyPr/>
          <a:lstStyle>
            <a:lvl1pPr marL="0" indent="0">
              <a:lnSpc>
                <a:spcPct val="130000"/>
              </a:lnSpc>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18" name="组合 17"/>
          <p:cNvGrpSpPr/>
          <p:nvPr userDrawn="1">
            <p:custDataLst>
              <p:tags r:id="rId2"/>
            </p:custDataLst>
          </p:nvPr>
        </p:nvGrpSpPr>
        <p:grpSpPr>
          <a:xfrm>
            <a:off x="0" y="304172"/>
            <a:ext cx="12192000" cy="6362461"/>
            <a:chOff x="0" y="304172"/>
            <a:chExt cx="12192000" cy="6362461"/>
          </a:xfrm>
        </p:grpSpPr>
        <p:grpSp>
          <p:nvGrpSpPr>
            <p:cNvPr id="19" name="组合 18"/>
            <p:cNvGrpSpPr/>
            <p:nvPr userDrawn="1"/>
          </p:nvGrpSpPr>
          <p:grpSpPr>
            <a:xfrm>
              <a:off x="11277600" y="5752233"/>
              <a:ext cx="914400" cy="914400"/>
              <a:chOff x="11277600" y="5752233"/>
              <a:chExt cx="914400" cy="914400"/>
            </a:xfrm>
          </p:grpSpPr>
          <p:sp>
            <p:nvSpPr>
              <p:cNvPr id="21" name="矩形 20"/>
              <p:cNvSpPr/>
              <p:nvPr userDrawn="1">
                <p:custDataLst>
                  <p:tags r:id="rId3"/>
                </p:custDataLst>
              </p:nvPr>
            </p:nvSpPr>
            <p:spPr>
              <a:xfrm>
                <a:off x="11277600" y="5752233"/>
                <a:ext cx="914400" cy="914400"/>
              </a:xfrm>
              <a:prstGeom prst="rect">
                <a:avLst/>
              </a:prstGeom>
              <a:solidFill>
                <a:schemeClr val="bg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mj-ea"/>
                  <a:ea typeface="+mj-ea"/>
                  <a:sym typeface="+mn-ea"/>
                </a:endParaRPr>
              </a:p>
            </p:txBody>
          </p:sp>
          <p:sp>
            <p:nvSpPr>
              <p:cNvPr id="22" name="任意多边形: 形状 21"/>
              <p:cNvSpPr/>
              <p:nvPr userDrawn="1">
                <p:custDataLst>
                  <p:tags r:id="rId4"/>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solidFill>
                </a:endParaRPr>
              </a:p>
            </p:txBody>
          </p:sp>
        </p:grpSp>
        <p:sp>
          <p:nvSpPr>
            <p:cNvPr id="20" name="等腰三角形 19"/>
            <p:cNvSpPr/>
            <p:nvPr userDrawn="1">
              <p:custDataLst>
                <p:tags r:id="rId5"/>
              </p:custDataLst>
            </p:nvPr>
          </p:nvSpPr>
          <p:spPr>
            <a:xfrm rot="5400000">
              <a:off x="-144016" y="448188"/>
              <a:ext cx="720080" cy="4320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
        <p:nvSpPr>
          <p:cNvPr id="2" name="标题 1"/>
          <p:cNvSpPr>
            <a:spLocks noGrp="1"/>
          </p:cNvSpPr>
          <p:nvPr>
            <p:ph type="title"/>
            <p:custDataLst>
              <p:tags r:id="rId6"/>
            </p:custDataLst>
          </p:nvPr>
        </p:nvSpPr>
        <p:spPr>
          <a:xfrm>
            <a:off x="669925" y="379730"/>
            <a:ext cx="10852150" cy="643255"/>
          </a:xfrm>
        </p:spPr>
        <p:txBody>
          <a:bodyPr vert="horz" lIns="90000" tIns="46800" rIns="90000" bIns="46800" rtlCol="0" anchor="t" anchorCtr="0">
            <a:noAutofit/>
          </a:bodyPr>
          <a:lstStyle>
            <a:lvl1pPr marL="0" marR="0" algn="l" defTabSz="914400" rtl="0" eaLnBrk="1" fontAlgn="auto" latinLnBrk="0" hangingPunct="1">
              <a:lnSpc>
                <a:spcPct val="120000"/>
              </a:lnSpc>
              <a:buNone/>
              <a:defRPr kumimoji="0" lang="zh-CN" altLang="en-US" sz="2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7"/>
            </p:custDataLst>
          </p:nvPr>
        </p:nvSpPr>
        <p:spPr>
          <a:xfrm>
            <a:off x="669925" y="1541780"/>
            <a:ext cx="10852150" cy="4616450"/>
          </a:xfrm>
        </p:spPr>
        <p:txBody>
          <a:bodyPr vert="horz" lIns="90000" tIns="46800" rIns="90000" bIns="46800" rtlCol="0">
            <a:normAutofit/>
          </a:bodyPr>
          <a:lstStyle>
            <a:lvl1pPr marL="228600" marR="0" lvl="0" indent="-22860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8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1000"/>
              </a:spcAft>
              <a:buFont typeface="Arial" panose="020B0604020202020204" pitchFamily="34" charset="0"/>
              <a:buChar char="•"/>
              <a:tabLst>
                <a:tab pos="1609725" algn="l"/>
              </a:tabLst>
              <a:defRPr kumimoji="0" lang="zh-CN" altLang="en-US" sz="18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8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8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8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8"/>
            </p:custDataLst>
          </p:nvPr>
        </p:nvSpPr>
        <p:spPr/>
        <p:txBody>
          <a:bodyPr/>
          <a:lstStyle>
            <a:lvl1pPr>
              <a:lnSpc>
                <a:spcPct val="120000"/>
              </a:lnSpc>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9"/>
            </p:custDataLst>
          </p:nvPr>
        </p:nvSpPr>
        <p:spPr/>
        <p:txBody>
          <a:bodyPr/>
          <a:lstStyle>
            <a:lvl1pPr>
              <a:lnSpc>
                <a:spcPct val="120000"/>
              </a:lnSpc>
              <a:defRPr/>
            </a:lvl1pPr>
          </a:lstStyle>
          <a:p>
            <a:endParaRPr lang="zh-CN" altLang="en-US"/>
          </a:p>
        </p:txBody>
      </p:sp>
      <p:sp>
        <p:nvSpPr>
          <p:cNvPr id="6" name="灯片编号占位符 5"/>
          <p:cNvSpPr>
            <a:spLocks noGrp="1"/>
          </p:cNvSpPr>
          <p:nvPr>
            <p:ph type="sldNum" sz="quarter" idx="12"/>
            <p:custDataLst>
              <p:tags r:id="rId10"/>
            </p:custDataLst>
          </p:nvPr>
        </p:nvSpPr>
        <p:spPr/>
        <p:txBody>
          <a:bodyPr/>
          <a:lstStyle>
            <a:lvl1pPr>
              <a:lnSpc>
                <a:spcPct val="120000"/>
              </a:lnSpc>
              <a:defRPr/>
            </a:lvl1p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custDataLst>
              <p:tags r:id="rId2"/>
            </p:custDataLst>
          </p:nvPr>
        </p:nvSpPr>
        <p:spPr>
          <a:xfrm>
            <a:off x="0" y="2425144"/>
            <a:ext cx="4304715" cy="15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3200" dirty="0"/>
          </a:p>
        </p:txBody>
      </p:sp>
      <p:sp>
        <p:nvSpPr>
          <p:cNvPr id="8" name="矩形 7"/>
          <p:cNvSpPr/>
          <p:nvPr>
            <p:custDataLst>
              <p:tags r:id="rId3"/>
            </p:custDataLst>
          </p:nvPr>
        </p:nvSpPr>
        <p:spPr>
          <a:xfrm>
            <a:off x="0" y="4097817"/>
            <a:ext cx="12193219" cy="2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3200"/>
          </a:p>
        </p:txBody>
      </p:sp>
      <p:sp>
        <p:nvSpPr>
          <p:cNvPr id="9" name="矩形 8"/>
          <p:cNvSpPr/>
          <p:nvPr>
            <p:custDataLst>
              <p:tags r:id="rId4"/>
            </p:custDataLst>
          </p:nvPr>
        </p:nvSpPr>
        <p:spPr>
          <a:xfrm>
            <a:off x="4403189" y="2425144"/>
            <a:ext cx="407963" cy="15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3200" dirty="0"/>
          </a:p>
        </p:txBody>
      </p:sp>
      <p:sp>
        <p:nvSpPr>
          <p:cNvPr id="2" name="标题 1"/>
          <p:cNvSpPr>
            <a:spLocks noGrp="1"/>
          </p:cNvSpPr>
          <p:nvPr>
            <p:ph type="title" hasCustomPrompt="1"/>
            <p:custDataLst>
              <p:tags r:id="rId5"/>
            </p:custDataLst>
          </p:nvPr>
        </p:nvSpPr>
        <p:spPr>
          <a:xfrm>
            <a:off x="4927251" y="2348880"/>
            <a:ext cx="6426549" cy="1008112"/>
          </a:xfrm>
        </p:spPr>
        <p:txBody>
          <a:bodyPr wrap="square" anchor="b">
            <a:normAutofit/>
          </a:bodyPr>
          <a:lstStyle>
            <a:lvl1pPr>
              <a:lnSpc>
                <a:spcPct val="130000"/>
              </a:lnSpc>
              <a:defRPr sz="4300" b="1" u="none" strike="noStrike" kern="1200" cap="none" spc="0" normalizeH="0" baseline="0">
                <a:solidFill>
                  <a:schemeClr val="accent1"/>
                </a:solidFill>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6"/>
            </p:custDataLst>
          </p:nvPr>
        </p:nvSpPr>
        <p:spPr>
          <a:xfrm>
            <a:off x="4927251" y="3429000"/>
            <a:ext cx="6426549" cy="580144"/>
          </a:xfrm>
        </p:spPr>
        <p:txBody>
          <a:bodyPr wrap="square">
            <a:normAutofit/>
          </a:bodyPr>
          <a:lstStyle>
            <a:lvl1pPr marL="0" indent="0">
              <a:lnSpc>
                <a:spcPct val="130000"/>
              </a:lnSpc>
              <a:buNone/>
              <a:defRPr sz="2000" u="none" strike="noStrike" kern="1200" cap="none" spc="0" normalizeH="0" baseline="0">
                <a:solidFill>
                  <a:schemeClr val="tx1"/>
                </a:solidFill>
                <a:latin typeface="Arial" panose="020B0604020202020204" pitchFamily="34" charset="0"/>
                <a:ea typeface="微软雅黑" panose="020B0503020204020204"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endParaRPr lang="zh-CN" altLang="en-US" dirty="0"/>
          </a:p>
        </p:txBody>
      </p:sp>
      <p:sp>
        <p:nvSpPr>
          <p:cNvPr id="4" name="日期占位符 3"/>
          <p:cNvSpPr>
            <a:spLocks noGrp="1"/>
          </p:cNvSpPr>
          <p:nvPr>
            <p:ph type="dt" sz="half" idx="10"/>
            <p:custDataLst>
              <p:tags r:id="rId7"/>
            </p:custDataLst>
          </p:nvPr>
        </p:nvSpPr>
        <p:spPr/>
        <p:txBody>
          <a:bodyPr/>
          <a:lstStyle/>
          <a:p>
            <a:fld id="{0488CED8-A2E1-4FD5-B2F5-D691BB24C91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p:txBody>
          <a:bodyPr/>
          <a:lstStyle/>
          <a:p>
            <a:endParaRPr lang="zh-CN" altLang="en-US"/>
          </a:p>
        </p:txBody>
      </p:sp>
      <p:sp>
        <p:nvSpPr>
          <p:cNvPr id="6" name="灯片编号占位符 5"/>
          <p:cNvSpPr>
            <a:spLocks noGrp="1"/>
          </p:cNvSpPr>
          <p:nvPr>
            <p:ph type="sldNum" sz="quarter" idx="12"/>
            <p:custDataLst>
              <p:tags r:id="rId9"/>
            </p:custDataLst>
          </p:nvPr>
        </p:nvSpPr>
        <p:spPr/>
        <p:txBody>
          <a:bodyPr/>
          <a:lstStyle/>
          <a:p>
            <a:fld id="{1A5F2F5A-3577-40D0-9738-AC762F5E245E}"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 presetClass="entr" presetSubtype="1" fill="hold" grpId="0" nodeType="withEffect">
                                  <p:stCondLst>
                                    <p:cond delay="30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400" fill="hold"/>
                                        <p:tgtEl>
                                          <p:spTgt spid="9"/>
                                        </p:tgtEl>
                                        <p:attrNameLst>
                                          <p:attrName>ppt_x</p:attrName>
                                        </p:attrNameLst>
                                      </p:cBhvr>
                                      <p:tavLst>
                                        <p:tav tm="0">
                                          <p:val>
                                            <p:strVal val="#ppt_x"/>
                                          </p:val>
                                        </p:tav>
                                        <p:tav tm="100000">
                                          <p:val>
                                            <p:strVal val="#ppt_x"/>
                                          </p:val>
                                        </p:tav>
                                      </p:tavLst>
                                    </p:anim>
                                    <p:anim calcmode="lin" valueType="num">
                                      <p:cBhvr additive="base">
                                        <p:cTn id="15" dur="4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19" name="组合 18"/>
          <p:cNvGrpSpPr/>
          <p:nvPr userDrawn="1">
            <p:custDataLst>
              <p:tags r:id="rId2"/>
            </p:custDataLst>
          </p:nvPr>
        </p:nvGrpSpPr>
        <p:grpSpPr>
          <a:xfrm>
            <a:off x="0" y="304172"/>
            <a:ext cx="12192000" cy="6362461"/>
            <a:chOff x="0" y="304172"/>
            <a:chExt cx="12192000" cy="6362461"/>
          </a:xfrm>
        </p:grpSpPr>
        <p:grpSp>
          <p:nvGrpSpPr>
            <p:cNvPr id="20" name="组合 19"/>
            <p:cNvGrpSpPr/>
            <p:nvPr userDrawn="1"/>
          </p:nvGrpSpPr>
          <p:grpSpPr>
            <a:xfrm>
              <a:off x="11277600" y="5752233"/>
              <a:ext cx="914400" cy="914400"/>
              <a:chOff x="11277600" y="5752233"/>
              <a:chExt cx="914400" cy="914400"/>
            </a:xfrm>
          </p:grpSpPr>
          <p:sp>
            <p:nvSpPr>
              <p:cNvPr id="22" name="矩形 21"/>
              <p:cNvSpPr/>
              <p:nvPr userDrawn="1">
                <p:custDataLst>
                  <p:tags r:id="rId3"/>
                </p:custDataLst>
              </p:nvPr>
            </p:nvSpPr>
            <p:spPr>
              <a:xfrm>
                <a:off x="11277600" y="5752233"/>
                <a:ext cx="914400" cy="914400"/>
              </a:xfrm>
              <a:prstGeom prst="rect">
                <a:avLst/>
              </a:prstGeom>
              <a:solidFill>
                <a:schemeClr val="bg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mj-ea"/>
                  <a:ea typeface="+mj-ea"/>
                  <a:sym typeface="+mn-ea"/>
                </a:endParaRPr>
              </a:p>
            </p:txBody>
          </p:sp>
          <p:sp>
            <p:nvSpPr>
              <p:cNvPr id="23" name="任意多边形: 形状 22"/>
              <p:cNvSpPr/>
              <p:nvPr userDrawn="1">
                <p:custDataLst>
                  <p:tags r:id="rId4"/>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solidFill>
                </a:endParaRPr>
              </a:p>
            </p:txBody>
          </p:sp>
        </p:grpSp>
        <p:sp>
          <p:nvSpPr>
            <p:cNvPr id="21" name="等腰三角形 20"/>
            <p:cNvSpPr/>
            <p:nvPr userDrawn="1">
              <p:custDataLst>
                <p:tags r:id="rId5"/>
              </p:custDataLst>
            </p:nvPr>
          </p:nvSpPr>
          <p:spPr>
            <a:xfrm rot="5400000">
              <a:off x="-144016" y="448188"/>
              <a:ext cx="720080" cy="4320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
        <p:nvSpPr>
          <p:cNvPr id="2" name="标题 1"/>
          <p:cNvSpPr>
            <a:spLocks noGrp="1"/>
          </p:cNvSpPr>
          <p:nvPr>
            <p:ph type="title"/>
            <p:custDataLst>
              <p:tags r:id="rId6"/>
            </p:custDataLst>
          </p:nvPr>
        </p:nvSpPr>
        <p:spPr>
          <a:xfrm>
            <a:off x="669925" y="381000"/>
            <a:ext cx="10852150" cy="642620"/>
          </a:xfrm>
        </p:spPr>
        <p:txBody>
          <a:bodyPr vert="horz" lIns="101600" tIns="38100" rIns="76200" bIns="38100" rtlCol="0" anchor="t" anchorCtr="0">
            <a:normAutofit/>
          </a:bodyPr>
          <a:lstStyle>
            <a:lvl1pPr marL="0" marR="0" lvl="0" algn="l" defTabSz="914400" rtl="0" eaLnBrk="1" fontAlgn="auto" latinLnBrk="0" hangingPunct="1">
              <a:lnSpc>
                <a:spcPct val="120000"/>
              </a:lnSpc>
              <a:buNone/>
              <a:defRPr kumimoji="0" lang="zh-CN" altLang="en-US" sz="2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7"/>
            </p:custDataLst>
          </p:nvPr>
        </p:nvSpPr>
        <p:spPr>
          <a:xfrm>
            <a:off x="669925" y="1473200"/>
            <a:ext cx="5283200" cy="462661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Arial" panose="020B0604020202020204" pitchFamily="34" charset="0"/>
              <a:buChar char="•"/>
              <a:defRPr kumimoji="0" lang="zh-CN" altLang="en-US" sz="18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kumimoji="0" lang="zh-CN" altLang="en-US" sz="18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Arial" panose="020B0604020202020204" pitchFamily="34" charset="0"/>
              <a:buChar char="•"/>
              <a:defRPr kumimoji="0" lang="zh-CN" altLang="en-US" sz="18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Arial" panose="020B0604020202020204" pitchFamily="34" charset="0"/>
              <a:buChar char="•"/>
              <a:defRPr kumimoji="0" lang="zh-CN" altLang="en-US" sz="18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Arial" panose="020B0604020202020204" pitchFamily="34" charset="0"/>
              <a:buChar char="•"/>
              <a:defRPr kumimoji="0" lang="zh-CN" altLang="en-US" sz="18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8"/>
            </p:custDataLst>
          </p:nvPr>
        </p:nvSpPr>
        <p:spPr>
          <a:xfrm>
            <a:off x="6238875" y="1473200"/>
            <a:ext cx="5283200" cy="4626610"/>
          </a:xfrm>
        </p:spPr>
        <p:txBody>
          <a:bodyPr>
            <a:normAutofit/>
          </a:bodyPr>
          <a:lstStyle>
            <a:lvl1pPr>
              <a:lnSpc>
                <a:spcPct val="150000"/>
              </a:lnSpc>
              <a:defRPr sz="1800" u="none" strike="noStrike" kern="1200" cap="none" spc="200" normalizeH="0">
                <a:solidFill>
                  <a:schemeClr val="tx1">
                    <a:lumMod val="85000"/>
                    <a:lumOff val="15000"/>
                  </a:schemeClr>
                </a:solidFill>
                <a:latin typeface="Arial" panose="020B0604020202020204" pitchFamily="34" charset="0"/>
                <a:ea typeface="微软雅黑" panose="020B0503020204020204" pitchFamily="34" charset="-122"/>
              </a:defRPr>
            </a:lvl1pPr>
            <a:lvl2pPr>
              <a:lnSpc>
                <a:spcPct val="150000"/>
              </a:lnSpc>
              <a:defRPr sz="1800" u="none" strike="noStrike" kern="1200" cap="none" spc="200" normalizeH="0">
                <a:solidFill>
                  <a:schemeClr val="tx1">
                    <a:lumMod val="85000"/>
                    <a:lumOff val="15000"/>
                  </a:schemeClr>
                </a:solidFill>
                <a:latin typeface="Arial" panose="020B0604020202020204" pitchFamily="34" charset="0"/>
                <a:ea typeface="微软雅黑" panose="020B0503020204020204" pitchFamily="34" charset="-122"/>
              </a:defRPr>
            </a:lvl2pPr>
            <a:lvl3pPr>
              <a:lnSpc>
                <a:spcPct val="150000"/>
              </a:lnSpc>
              <a:defRPr sz="1800" u="none" strike="noStrike" kern="1200" cap="none" spc="200" normalizeH="0">
                <a:solidFill>
                  <a:schemeClr val="tx1">
                    <a:lumMod val="85000"/>
                    <a:lumOff val="15000"/>
                  </a:schemeClr>
                </a:solidFill>
                <a:latin typeface="Arial" panose="020B0604020202020204" pitchFamily="34" charset="0"/>
                <a:ea typeface="微软雅黑" panose="020B0503020204020204" pitchFamily="34" charset="-122"/>
              </a:defRPr>
            </a:lvl3pPr>
            <a:lvl4pPr>
              <a:lnSpc>
                <a:spcPct val="150000"/>
              </a:lnSpc>
              <a:defRPr sz="1800" u="none" strike="noStrike" kern="1200" cap="none" spc="200" normalizeH="0">
                <a:solidFill>
                  <a:schemeClr val="tx1">
                    <a:lumMod val="85000"/>
                    <a:lumOff val="15000"/>
                  </a:schemeClr>
                </a:solidFill>
                <a:latin typeface="Arial" panose="020B0604020202020204" pitchFamily="34" charset="0"/>
                <a:ea typeface="微软雅黑" panose="020B0503020204020204" pitchFamily="34" charset="-122"/>
              </a:defRPr>
            </a:lvl4pPr>
            <a:lvl5pPr>
              <a:lnSpc>
                <a:spcPct val="150000"/>
              </a:lnSpc>
              <a:defRPr sz="1800" u="none" strike="noStrike" kern="1200" cap="none" spc="200" normalizeH="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9"/>
            </p:custDataLst>
          </p:nvPr>
        </p:nvSpPr>
        <p:spPr/>
        <p:txBody>
          <a:bodyPr/>
          <a:lstStyle>
            <a:lvl1pPr>
              <a:lnSpc>
                <a:spcPct val="120000"/>
              </a:lnSpc>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0"/>
            </p:custDataLst>
          </p:nvPr>
        </p:nvSpPr>
        <p:spPr/>
        <p:txBody>
          <a:bodyPr/>
          <a:lstStyle>
            <a:lvl1pPr>
              <a:lnSpc>
                <a:spcPct val="120000"/>
              </a:lnSpc>
              <a:defRPr/>
            </a:lvl1pPr>
          </a:lstStyle>
          <a:p>
            <a:endParaRPr lang="zh-CN" altLang="en-US"/>
          </a:p>
        </p:txBody>
      </p:sp>
      <p:sp>
        <p:nvSpPr>
          <p:cNvPr id="7" name="灯片编号占位符 6"/>
          <p:cNvSpPr>
            <a:spLocks noGrp="1"/>
          </p:cNvSpPr>
          <p:nvPr>
            <p:ph type="sldNum" sz="quarter" idx="12"/>
            <p:custDataLst>
              <p:tags r:id="rId11"/>
            </p:custDataLst>
          </p:nvPr>
        </p:nvSpPr>
        <p:spPr/>
        <p:txBody>
          <a:bodyPr/>
          <a:lstStyle>
            <a:lvl1pPr>
              <a:lnSpc>
                <a:spcPct val="120000"/>
              </a:lnSpc>
              <a:defRPr/>
            </a:lvl1p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25" y="380365"/>
            <a:ext cx="10852150" cy="642620"/>
          </a:xfrm>
        </p:spPr>
        <p:txBody>
          <a:bodyPr vert="horz" lIns="101600" tIns="38100" rIns="76200" bIns="38100" rtlCol="0" anchor="t" anchorCtr="0">
            <a:normAutofit/>
          </a:bodyPr>
          <a:lstStyle>
            <a:lvl1pPr marL="0" marR="0" lvl="0" algn="l" defTabSz="914400" rtl="0" eaLnBrk="1" fontAlgn="auto" latinLnBrk="0" hangingPunct="1">
              <a:lnSpc>
                <a:spcPct val="120000"/>
              </a:lnSpc>
              <a:buNone/>
              <a:defRPr kumimoji="0" lang="zh-CN" altLang="en-US" sz="2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grpSp>
        <p:nvGrpSpPr>
          <p:cNvPr id="21" name="组合 20"/>
          <p:cNvGrpSpPr/>
          <p:nvPr userDrawn="1">
            <p:custDataLst>
              <p:tags r:id="rId3"/>
            </p:custDataLst>
          </p:nvPr>
        </p:nvGrpSpPr>
        <p:grpSpPr>
          <a:xfrm>
            <a:off x="0" y="304172"/>
            <a:ext cx="12192000" cy="6362461"/>
            <a:chOff x="0" y="304172"/>
            <a:chExt cx="12192000" cy="6362461"/>
          </a:xfrm>
        </p:grpSpPr>
        <p:grpSp>
          <p:nvGrpSpPr>
            <p:cNvPr id="22" name="组合 21"/>
            <p:cNvGrpSpPr/>
            <p:nvPr userDrawn="1"/>
          </p:nvGrpSpPr>
          <p:grpSpPr>
            <a:xfrm>
              <a:off x="11277600" y="5752233"/>
              <a:ext cx="914400" cy="914400"/>
              <a:chOff x="11277600" y="5752233"/>
              <a:chExt cx="914400" cy="914400"/>
            </a:xfrm>
          </p:grpSpPr>
          <p:sp>
            <p:nvSpPr>
              <p:cNvPr id="24" name="矩形 23"/>
              <p:cNvSpPr/>
              <p:nvPr userDrawn="1">
                <p:custDataLst>
                  <p:tags r:id="rId4"/>
                </p:custDataLst>
              </p:nvPr>
            </p:nvSpPr>
            <p:spPr>
              <a:xfrm>
                <a:off x="11277600" y="5752233"/>
                <a:ext cx="914400" cy="914400"/>
              </a:xfrm>
              <a:prstGeom prst="rect">
                <a:avLst/>
              </a:prstGeom>
              <a:solidFill>
                <a:schemeClr val="bg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mj-ea"/>
                  <a:ea typeface="+mj-ea"/>
                  <a:sym typeface="+mn-ea"/>
                </a:endParaRPr>
              </a:p>
            </p:txBody>
          </p:sp>
          <p:sp>
            <p:nvSpPr>
              <p:cNvPr id="25" name="任意多边形: 形状 24"/>
              <p:cNvSpPr/>
              <p:nvPr userDrawn="1">
                <p:custDataLst>
                  <p:tags r:id="rId5"/>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solidFill>
                </a:endParaRPr>
              </a:p>
            </p:txBody>
          </p:sp>
        </p:grpSp>
        <p:sp>
          <p:nvSpPr>
            <p:cNvPr id="23" name="等腰三角形 22"/>
            <p:cNvSpPr/>
            <p:nvPr userDrawn="1">
              <p:custDataLst>
                <p:tags r:id="rId6"/>
              </p:custDataLst>
            </p:nvPr>
          </p:nvSpPr>
          <p:spPr>
            <a:xfrm rot="5400000">
              <a:off x="-144016" y="448188"/>
              <a:ext cx="720080" cy="4320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
        <p:nvSpPr>
          <p:cNvPr id="3" name="文本占位符 2"/>
          <p:cNvSpPr>
            <a:spLocks noGrp="1"/>
          </p:cNvSpPr>
          <p:nvPr>
            <p:ph type="body" idx="1" hasCustomPrompt="1"/>
            <p:custDataLst>
              <p:tags r:id="rId7"/>
            </p:custDataLst>
          </p:nvPr>
        </p:nvSpPr>
        <p:spPr>
          <a:xfrm>
            <a:off x="669930" y="1383038"/>
            <a:ext cx="5283242" cy="381003"/>
          </a:xfrm>
        </p:spPr>
        <p:txBody>
          <a:bodyPr lIns="101600" tIns="38100" rIns="76200" bIns="38100" anchor="t" anchorCtr="0">
            <a:normAutofit/>
          </a:bodyPr>
          <a:lstStyle>
            <a:lvl1pPr marL="0" indent="0" eaLnBrk="1" fontAlgn="auto" latinLnBrk="0" hangingPunct="1">
              <a:lnSpc>
                <a:spcPct val="12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8"/>
            </p:custDataLst>
          </p:nvPr>
        </p:nvSpPr>
        <p:spPr>
          <a:xfrm>
            <a:off x="669925" y="1848485"/>
            <a:ext cx="5283200" cy="4492625"/>
          </a:xfrm>
        </p:spPr>
        <p:txBody>
          <a:bodyPr vert="horz" lIns="101600" tIns="0" rIns="82550" bIns="0" rtlCol="0">
            <a:normAutofit/>
          </a:bodyPr>
          <a:lstStyle>
            <a:lvl1pPr marL="228600" marR="0" lvl="0" indent="-22860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9"/>
            </p:custDataLst>
          </p:nvPr>
        </p:nvSpPr>
        <p:spPr>
          <a:xfrm>
            <a:off x="6235750" y="1383038"/>
            <a:ext cx="5283242" cy="381003"/>
          </a:xfrm>
        </p:spPr>
        <p:txBody>
          <a:bodyPr vert="horz" lIns="101600" tIns="38100" rIns="76200" bIns="38100" rtlCol="0" anchor="t" anchorCtr="0">
            <a:normAutofit/>
          </a:bodyPr>
          <a:lstStyle>
            <a:lvl1pPr marL="0" marR="0" lvl="0" indent="0" algn="l" defTabSz="914400" rtl="0" eaLnBrk="1" fontAlgn="auto" latinLnBrk="0" hangingPunct="1">
              <a:lnSpc>
                <a:spcPct val="12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0"/>
            </p:custDataLst>
          </p:nvPr>
        </p:nvSpPr>
        <p:spPr>
          <a:xfrm>
            <a:off x="6235700" y="1848485"/>
            <a:ext cx="5283200" cy="4492625"/>
          </a:xfrm>
        </p:spPr>
        <p:txBody>
          <a:bodyPr vert="horz" lIns="101600" tIns="0" rIns="82550" bIns="0" rtlCol="0">
            <a:normAutofit/>
          </a:bodyPr>
          <a:lstStyle>
            <a:lvl1pPr marL="228600" marR="0" lvl="0" indent="-22860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1"/>
            </p:custDataLst>
          </p:nvPr>
        </p:nvSpPr>
        <p:spPr/>
        <p:txBody>
          <a:bodyPr>
            <a:normAutofit/>
          </a:bodyPr>
          <a:lstStyle>
            <a:lvl1pPr>
              <a:lnSpc>
                <a:spcPct val="120000"/>
              </a:lnSpc>
              <a:defRPr u="none" strike="noStrike" kern="1200" cap="none" spc="200" normalizeH="0">
                <a:latin typeface="Arial" panose="020B0604020202020204" pitchFamily="34" charset="0"/>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2"/>
            </p:custDataLst>
          </p:nvPr>
        </p:nvSpPr>
        <p:spPr/>
        <p:txBody>
          <a:bodyPr>
            <a:normAutofit/>
          </a:bodyPr>
          <a:lstStyle>
            <a:lvl1pPr>
              <a:lnSpc>
                <a:spcPct val="120000"/>
              </a:lnSpc>
              <a:defRPr u="none" strike="noStrike" kern="1200" cap="none" spc="200" normalizeH="0">
                <a:latin typeface="Arial" panose="020B0604020202020204" pitchFamily="34" charset="0"/>
              </a:defRPr>
            </a:lvl1pPr>
          </a:lstStyle>
          <a:p>
            <a:endParaRPr lang="zh-CN" altLang="en-US"/>
          </a:p>
        </p:txBody>
      </p:sp>
      <p:sp>
        <p:nvSpPr>
          <p:cNvPr id="9" name="灯片编号占位符 8"/>
          <p:cNvSpPr>
            <a:spLocks noGrp="1"/>
          </p:cNvSpPr>
          <p:nvPr>
            <p:ph type="sldNum" sz="quarter" idx="12"/>
            <p:custDataLst>
              <p:tags r:id="rId13"/>
            </p:custDataLst>
          </p:nvPr>
        </p:nvSpPr>
        <p:spPr/>
        <p:txBody>
          <a:bodyPr>
            <a:normAutofit/>
          </a:bodyPr>
          <a:lstStyle>
            <a:lvl1pPr>
              <a:lnSpc>
                <a:spcPct val="120000"/>
              </a:lnSpc>
              <a:defRPr u="none" strike="noStrike" kern="1200" cap="none" spc="200" normalizeH="0">
                <a:latin typeface="Arial" panose="020B06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25" y="380365"/>
            <a:ext cx="10852150" cy="642620"/>
          </a:xfrm>
        </p:spPr>
        <p:txBody>
          <a:bodyPr vert="horz" lIns="101600" tIns="38100" rIns="76200" bIns="38100" rtlCol="0" anchor="t" anchorCtr="0">
            <a:noAutofit/>
          </a:bodyPr>
          <a:lstStyle>
            <a:lvl1pPr marL="0" marR="0" lvl="0" algn="l" defTabSz="914400" rtl="0" eaLnBrk="1" fontAlgn="ctr" latinLnBrk="0" hangingPunct="1">
              <a:lnSpc>
                <a:spcPct val="120000"/>
              </a:lnSpc>
              <a:buNone/>
              <a:defRPr kumimoji="0" lang="zh-CN" altLang="en-US" sz="2800" b="1" i="0" u="none" strike="noStrike" kern="1200" cap="none" spc="200" normalizeH="0" baseline="0" noProof="1" dirty="0">
                <a:solidFill>
                  <a:schemeClr val="accent1"/>
                </a:solidFill>
                <a:uFillTx/>
                <a:latin typeface="微软雅黑" panose="020B0503020204020204" pitchFamily="34" charset="-122"/>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grpSp>
        <p:nvGrpSpPr>
          <p:cNvPr id="44" name="组合 43"/>
          <p:cNvGrpSpPr/>
          <p:nvPr userDrawn="1">
            <p:custDataLst>
              <p:tags r:id="rId3"/>
            </p:custDataLst>
          </p:nvPr>
        </p:nvGrpSpPr>
        <p:grpSpPr>
          <a:xfrm>
            <a:off x="0" y="304172"/>
            <a:ext cx="12192000" cy="6362461"/>
            <a:chOff x="0" y="304172"/>
            <a:chExt cx="12192000" cy="6362461"/>
          </a:xfrm>
        </p:grpSpPr>
        <p:grpSp>
          <p:nvGrpSpPr>
            <p:cNvPr id="45" name="组合 44"/>
            <p:cNvGrpSpPr/>
            <p:nvPr userDrawn="1"/>
          </p:nvGrpSpPr>
          <p:grpSpPr>
            <a:xfrm>
              <a:off x="11277600" y="5752233"/>
              <a:ext cx="914400" cy="914400"/>
              <a:chOff x="11277600" y="5752233"/>
              <a:chExt cx="914400" cy="914400"/>
            </a:xfrm>
          </p:grpSpPr>
          <p:sp>
            <p:nvSpPr>
              <p:cNvPr id="47" name="矩形 46"/>
              <p:cNvSpPr/>
              <p:nvPr userDrawn="1">
                <p:custDataLst>
                  <p:tags r:id="rId4"/>
                </p:custDataLst>
              </p:nvPr>
            </p:nvSpPr>
            <p:spPr>
              <a:xfrm>
                <a:off x="11277600" y="5752233"/>
                <a:ext cx="914400" cy="914400"/>
              </a:xfrm>
              <a:prstGeom prst="rect">
                <a:avLst/>
              </a:prstGeom>
              <a:solidFill>
                <a:schemeClr val="bg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mj-ea"/>
                  <a:ea typeface="+mj-ea"/>
                  <a:sym typeface="+mn-ea"/>
                </a:endParaRPr>
              </a:p>
            </p:txBody>
          </p:sp>
          <p:sp>
            <p:nvSpPr>
              <p:cNvPr id="48" name="任意多边形: 形状 47"/>
              <p:cNvSpPr/>
              <p:nvPr userDrawn="1">
                <p:custDataLst>
                  <p:tags r:id="rId5"/>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solidFill>
                </a:endParaRPr>
              </a:p>
            </p:txBody>
          </p:sp>
        </p:grpSp>
        <p:sp>
          <p:nvSpPr>
            <p:cNvPr id="46" name="等腰三角形 45"/>
            <p:cNvSpPr/>
            <p:nvPr userDrawn="1">
              <p:custDataLst>
                <p:tags r:id="rId6"/>
              </p:custDataLst>
            </p:nvPr>
          </p:nvSpPr>
          <p:spPr>
            <a:xfrm rot="5400000">
              <a:off x="-144016" y="448188"/>
              <a:ext cx="720080" cy="4320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25" y="381000"/>
            <a:ext cx="10852150" cy="643890"/>
          </a:xfrm>
        </p:spPr>
        <p:txBody>
          <a:bodyPr vert="horz" lIns="101600" tIns="38100" rIns="76200" bIns="38100" rtlCol="0" anchor="t" anchorCtr="0">
            <a:noAutofit/>
          </a:bodyPr>
          <a:lstStyle>
            <a:lvl1pPr marL="0" marR="0" lvl="0" algn="l" defTabSz="914400" rtl="0" eaLnBrk="1" fontAlgn="auto" latinLnBrk="0" hangingPunct="1">
              <a:lnSpc>
                <a:spcPct val="120000"/>
              </a:lnSpc>
              <a:buNone/>
              <a:defRPr kumimoji="0" lang="zh-CN" altLang="en-US" sz="2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grpSp>
        <p:nvGrpSpPr>
          <p:cNvPr id="19" name="组合 18"/>
          <p:cNvGrpSpPr/>
          <p:nvPr userDrawn="1">
            <p:custDataLst>
              <p:tags r:id="rId3"/>
            </p:custDataLst>
          </p:nvPr>
        </p:nvGrpSpPr>
        <p:grpSpPr>
          <a:xfrm>
            <a:off x="0" y="304172"/>
            <a:ext cx="12192000" cy="6362461"/>
            <a:chOff x="0" y="304172"/>
            <a:chExt cx="12192000" cy="6362461"/>
          </a:xfrm>
        </p:grpSpPr>
        <p:grpSp>
          <p:nvGrpSpPr>
            <p:cNvPr id="20" name="组合 19"/>
            <p:cNvGrpSpPr/>
            <p:nvPr userDrawn="1"/>
          </p:nvGrpSpPr>
          <p:grpSpPr>
            <a:xfrm>
              <a:off x="11277600" y="5752233"/>
              <a:ext cx="914400" cy="914400"/>
              <a:chOff x="11277600" y="5752233"/>
              <a:chExt cx="914400" cy="914400"/>
            </a:xfrm>
          </p:grpSpPr>
          <p:sp>
            <p:nvSpPr>
              <p:cNvPr id="22" name="矩形 21"/>
              <p:cNvSpPr/>
              <p:nvPr userDrawn="1">
                <p:custDataLst>
                  <p:tags r:id="rId4"/>
                </p:custDataLst>
              </p:nvPr>
            </p:nvSpPr>
            <p:spPr>
              <a:xfrm>
                <a:off x="11277600" y="5752233"/>
                <a:ext cx="914400" cy="914400"/>
              </a:xfrm>
              <a:prstGeom prst="rect">
                <a:avLst/>
              </a:prstGeom>
              <a:solidFill>
                <a:schemeClr val="bg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mj-ea"/>
                  <a:ea typeface="+mj-ea"/>
                  <a:sym typeface="+mn-ea"/>
                </a:endParaRPr>
              </a:p>
            </p:txBody>
          </p:sp>
          <p:sp>
            <p:nvSpPr>
              <p:cNvPr id="23" name="任意多边形: 形状 22"/>
              <p:cNvSpPr/>
              <p:nvPr userDrawn="1">
                <p:custDataLst>
                  <p:tags r:id="rId5"/>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solidFill>
                </a:endParaRPr>
              </a:p>
            </p:txBody>
          </p:sp>
        </p:grpSp>
        <p:sp>
          <p:nvSpPr>
            <p:cNvPr id="21" name="等腰三角形 20"/>
            <p:cNvSpPr/>
            <p:nvPr userDrawn="1">
              <p:custDataLst>
                <p:tags r:id="rId6"/>
              </p:custDataLst>
            </p:nvPr>
          </p:nvSpPr>
          <p:spPr>
            <a:xfrm rot="5400000">
              <a:off x="-144016" y="448188"/>
              <a:ext cx="720080" cy="4320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
        <p:nvSpPr>
          <p:cNvPr id="3" name="图片占位符 2"/>
          <p:cNvSpPr>
            <a:spLocks noGrp="1"/>
          </p:cNvSpPr>
          <p:nvPr>
            <p:ph type="pic" idx="1"/>
            <p:custDataLst>
              <p:tags r:id="rId7"/>
            </p:custDataLst>
          </p:nvPr>
        </p:nvSpPr>
        <p:spPr>
          <a:xfrm>
            <a:off x="669925" y="1397635"/>
            <a:ext cx="5283200" cy="4943475"/>
          </a:xfrm>
        </p:spPr>
        <p:txBody>
          <a:bodyPr vert="horz" lIns="101600" tIns="0" rIns="82550" bIns="0" rtlCol="0">
            <a:normAutofit/>
          </a:bodyPr>
          <a:lstStyle>
            <a:lvl1pPr marL="0" marR="0" lvl="0"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8"/>
            </p:custDataLst>
          </p:nvPr>
        </p:nvSpPr>
        <p:spPr>
          <a:xfrm>
            <a:off x="6238875" y="1397635"/>
            <a:ext cx="5283200" cy="4943475"/>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Arial" panose="020B0604020202020204" pitchFamily="34" charset="0"/>
              <a:buChar char="•"/>
              <a:defRPr kumimoji="0" lang="zh-CN" altLang="en-US" sz="18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9"/>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0"/>
            </p:custDataLst>
          </p:nvPr>
        </p:nvSpPr>
        <p:spPr/>
        <p:txBody>
          <a:bodyPr/>
          <a:lstStyle/>
          <a:p>
            <a:endParaRPr lang="zh-CN" altLang="en-US" dirty="0"/>
          </a:p>
        </p:txBody>
      </p:sp>
      <p:sp>
        <p:nvSpPr>
          <p:cNvPr id="7" name="灯片编号占位符 6"/>
          <p:cNvSpPr>
            <a:spLocks noGrp="1"/>
          </p:cNvSpPr>
          <p:nvPr>
            <p:ph type="sldNum" sz="quarter" idx="12"/>
            <p:custDataLst>
              <p:tags r:id="rId11"/>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grpSp>
        <p:nvGrpSpPr>
          <p:cNvPr id="18" name="组合 17"/>
          <p:cNvGrpSpPr/>
          <p:nvPr userDrawn="1">
            <p:custDataLst>
              <p:tags r:id="rId2"/>
            </p:custDataLst>
          </p:nvPr>
        </p:nvGrpSpPr>
        <p:grpSpPr>
          <a:xfrm>
            <a:off x="0" y="0"/>
            <a:ext cx="12192000" cy="6858000"/>
            <a:chOff x="0" y="0"/>
            <a:chExt cx="12192000" cy="6858000"/>
          </a:xfrm>
        </p:grpSpPr>
        <p:sp>
          <p:nvSpPr>
            <p:cNvPr id="19" name="矩形 18"/>
            <p:cNvSpPr/>
            <p:nvPr userDrawn="1">
              <p:custDataLst>
                <p:tags r:id="rId3"/>
              </p:custDataLst>
            </p:nvPr>
          </p:nvSpPr>
          <p:spPr>
            <a:xfrm>
              <a:off x="292800" y="304200"/>
              <a:ext cx="11606400" cy="6249600"/>
            </a:xfrm>
            <a:prstGeom prst="rect">
              <a:avLst/>
            </a:prstGeom>
            <a:solidFill>
              <a:schemeClr val="bg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2400"/>
            </a:p>
          </p:txBody>
        </p:sp>
        <p:grpSp>
          <p:nvGrpSpPr>
            <p:cNvPr id="20" name="组合 19"/>
            <p:cNvGrpSpPr/>
            <p:nvPr userDrawn="1"/>
          </p:nvGrpSpPr>
          <p:grpSpPr>
            <a:xfrm>
              <a:off x="11277600" y="0"/>
              <a:ext cx="914400" cy="914400"/>
              <a:chOff x="11277600" y="5752233"/>
              <a:chExt cx="914400" cy="914400"/>
            </a:xfrm>
          </p:grpSpPr>
          <p:sp>
            <p:nvSpPr>
              <p:cNvPr id="22" name="矩形 21"/>
              <p:cNvSpPr/>
              <p:nvPr userDrawn="1">
                <p:custDataLst>
                  <p:tags r:id="rId4"/>
                </p:custDataLst>
              </p:nvPr>
            </p:nvSpPr>
            <p:spPr>
              <a:xfrm>
                <a:off x="11277600" y="5752233"/>
                <a:ext cx="914400" cy="914400"/>
              </a:xfrm>
              <a:prstGeom prst="rect">
                <a:avLst/>
              </a:prstGeom>
              <a:solidFill>
                <a:schemeClr val="accen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mj-ea"/>
                  <a:ea typeface="+mj-ea"/>
                  <a:sym typeface="+mn-ea"/>
                </a:endParaRPr>
              </a:p>
            </p:txBody>
          </p:sp>
          <p:sp>
            <p:nvSpPr>
              <p:cNvPr id="23" name="任意多边形: 形状 22"/>
              <p:cNvSpPr/>
              <p:nvPr userDrawn="1">
                <p:custDataLst>
                  <p:tags r:id="rId5"/>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bg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solidFill>
                </a:endParaRPr>
              </a:p>
            </p:txBody>
          </p:sp>
        </p:grpSp>
        <p:sp>
          <p:nvSpPr>
            <p:cNvPr id="21" name="矩形 20"/>
            <p:cNvSpPr/>
            <p:nvPr userDrawn="1">
              <p:custDataLst>
                <p:tags r:id="rId6"/>
              </p:custDataLst>
            </p:nvPr>
          </p:nvSpPr>
          <p:spPr>
            <a:xfrm>
              <a:off x="0" y="5943600"/>
              <a:ext cx="914400" cy="914400"/>
            </a:xfrm>
            <a:prstGeom prst="rect">
              <a:avLst/>
            </a:prstGeom>
            <a:solidFill>
              <a:schemeClr val="bg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mj-ea"/>
                <a:ea typeface="+mj-ea"/>
                <a:sym typeface="+mn-ea"/>
              </a:endParaRPr>
            </a:p>
          </p:txBody>
        </p:sp>
      </p:grpSp>
      <p:sp>
        <p:nvSpPr>
          <p:cNvPr id="2" name="竖排标题 1"/>
          <p:cNvSpPr>
            <a:spLocks noGrp="1"/>
          </p:cNvSpPr>
          <p:nvPr>
            <p:ph type="title" orient="vert"/>
            <p:custDataLst>
              <p:tags r:id="rId7"/>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20000"/>
              </a:lnSpc>
              <a:spcAft>
                <a:spcPts val="0"/>
              </a:spcAft>
              <a:buNone/>
              <a:defRPr kumimoji="0" lang="zh-CN" altLang="en-US" sz="2400" b="1" i="0" u="none" strike="noStrike" kern="1200" cap="none" spc="200" normalizeH="0" baseline="0" noProof="1" dirty="0">
                <a:solidFill>
                  <a:schemeClr val="accent1"/>
                </a:solidFill>
                <a:uFillTx/>
                <a:latin typeface="微软雅黑" panose="020B0503020204020204" pitchFamily="34" charset="-122"/>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8"/>
            </p:custDataLst>
          </p:nvPr>
        </p:nvSpPr>
        <p:spPr>
          <a:xfrm>
            <a:off x="669925" y="952500"/>
            <a:ext cx="9828101" cy="5388907"/>
          </a:xfrm>
        </p:spPr>
        <p:txBody>
          <a:bodyPr vert="eaVert"/>
          <a:lstStyle>
            <a:lvl1pPr indent="0" eaLnBrk="1" fontAlgn="auto" latinLnBrk="0" hangingPunct="1">
              <a:lnSpc>
                <a:spcPct val="120000"/>
              </a:lnSpc>
              <a:defRPr>
                <a:solidFill>
                  <a:schemeClr val="tx1">
                    <a:lumMod val="85000"/>
                    <a:lumOff val="15000"/>
                  </a:schemeClr>
                </a:solidFill>
                <a:latin typeface="微软雅黑" panose="020B0503020204020204" pitchFamily="34" charset="-122"/>
                <a:ea typeface="微软雅黑" panose="020B0503020204020204" pitchFamily="34" charset="-122"/>
              </a:defRPr>
            </a:lvl1pPr>
            <a:lvl2pPr indent="0" eaLnBrk="1" fontAlgn="auto" latinLnBrk="0" hangingPunct="1">
              <a:lnSpc>
                <a:spcPct val="120000"/>
              </a:lnSpc>
              <a:defRPr>
                <a:solidFill>
                  <a:schemeClr val="tx1">
                    <a:lumMod val="85000"/>
                    <a:lumOff val="15000"/>
                  </a:schemeClr>
                </a:solidFill>
                <a:latin typeface="微软雅黑" panose="020B0503020204020204" pitchFamily="34" charset="-122"/>
                <a:ea typeface="微软雅黑" panose="020B0503020204020204" pitchFamily="34" charset="-122"/>
              </a:defRPr>
            </a:lvl2pPr>
            <a:lvl3pPr indent="0" eaLnBrk="1" fontAlgn="auto" latinLnBrk="0" hangingPunct="1">
              <a:lnSpc>
                <a:spcPct val="120000"/>
              </a:lnSpc>
              <a:defRPr>
                <a:solidFill>
                  <a:schemeClr val="tx1">
                    <a:lumMod val="85000"/>
                    <a:lumOff val="15000"/>
                  </a:schemeClr>
                </a:solidFill>
                <a:latin typeface="微软雅黑" panose="020B0503020204020204" pitchFamily="34" charset="-122"/>
                <a:ea typeface="微软雅黑" panose="020B0503020204020204" pitchFamily="34" charset="-122"/>
              </a:defRPr>
            </a:lvl3pPr>
            <a:lvl4pPr indent="0" eaLnBrk="1" fontAlgn="auto" latinLnBrk="0" hangingPunct="1">
              <a:lnSpc>
                <a:spcPct val="120000"/>
              </a:lnSpc>
              <a:defRPr>
                <a:solidFill>
                  <a:schemeClr val="tx1">
                    <a:lumMod val="85000"/>
                    <a:lumOff val="15000"/>
                  </a:schemeClr>
                </a:solidFill>
                <a:latin typeface="微软雅黑" panose="020B0503020204020204" pitchFamily="34" charset="-122"/>
                <a:ea typeface="微软雅黑" panose="020B0503020204020204" pitchFamily="34" charset="-122"/>
              </a:defRPr>
            </a:lvl4pPr>
            <a:lvl5pPr indent="0" eaLnBrk="1" fontAlgn="auto" latinLnBrk="0" hangingPunct="1">
              <a:lnSpc>
                <a:spcPct val="120000"/>
              </a:lnSpc>
              <a:defRPr>
                <a:solidFill>
                  <a:schemeClr val="tx1">
                    <a:lumMod val="85000"/>
                    <a:lumOff val="15000"/>
                  </a:schemeClr>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9"/>
            </p:custDataLst>
          </p:nvPr>
        </p:nvSpPr>
        <p:spPr/>
        <p:txBody>
          <a:bodyPr/>
          <a:lstStyle>
            <a:lvl1pPr>
              <a:lnSpc>
                <a:spcPct val="120000"/>
              </a:lnSpc>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p:txBody>
          <a:bodyPr/>
          <a:lstStyle>
            <a:lvl1pPr>
              <a:lnSpc>
                <a:spcPct val="120000"/>
              </a:lnSpc>
              <a:defRPr/>
            </a:lvl1pPr>
          </a:lstStyle>
          <a:p>
            <a:endParaRPr lang="zh-CN" altLang="en-US"/>
          </a:p>
        </p:txBody>
      </p:sp>
      <p:sp>
        <p:nvSpPr>
          <p:cNvPr id="6" name="灯片编号占位符 5"/>
          <p:cNvSpPr>
            <a:spLocks noGrp="1"/>
          </p:cNvSpPr>
          <p:nvPr>
            <p:ph type="sldNum" sz="quarter" idx="12"/>
            <p:custDataLst>
              <p:tags r:id="rId11"/>
            </p:custDataLst>
          </p:nvPr>
        </p:nvSpPr>
        <p:spPr/>
        <p:txBody>
          <a:bodyPr/>
          <a:lstStyle>
            <a:lvl1pPr>
              <a:lnSpc>
                <a:spcPct val="120000"/>
              </a:lnSpc>
              <a:defRPr/>
            </a:lvl1p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grpSp>
        <p:nvGrpSpPr>
          <p:cNvPr id="17" name="组合 16"/>
          <p:cNvGrpSpPr/>
          <p:nvPr userDrawn="1">
            <p:custDataLst>
              <p:tags r:id="rId2"/>
            </p:custDataLst>
          </p:nvPr>
        </p:nvGrpSpPr>
        <p:grpSpPr>
          <a:xfrm>
            <a:off x="0" y="0"/>
            <a:ext cx="12192000" cy="6858000"/>
            <a:chOff x="0" y="0"/>
            <a:chExt cx="12192000" cy="6858000"/>
          </a:xfrm>
        </p:grpSpPr>
        <p:sp>
          <p:nvSpPr>
            <p:cNvPr id="18" name="矩形 17"/>
            <p:cNvSpPr/>
            <p:nvPr userDrawn="1">
              <p:custDataLst>
                <p:tags r:id="rId3"/>
              </p:custDataLst>
            </p:nvPr>
          </p:nvSpPr>
          <p:spPr>
            <a:xfrm>
              <a:off x="292800" y="304200"/>
              <a:ext cx="11606400" cy="6249600"/>
            </a:xfrm>
            <a:prstGeom prst="rect">
              <a:avLst/>
            </a:prstGeom>
            <a:solidFill>
              <a:schemeClr val="bg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2400"/>
            </a:p>
          </p:txBody>
        </p:sp>
        <p:grpSp>
          <p:nvGrpSpPr>
            <p:cNvPr id="19" name="组合 18"/>
            <p:cNvGrpSpPr/>
            <p:nvPr userDrawn="1"/>
          </p:nvGrpSpPr>
          <p:grpSpPr>
            <a:xfrm>
              <a:off x="11277600" y="0"/>
              <a:ext cx="914400" cy="914400"/>
              <a:chOff x="11277600" y="5752233"/>
              <a:chExt cx="914400" cy="914400"/>
            </a:xfrm>
          </p:grpSpPr>
          <p:sp>
            <p:nvSpPr>
              <p:cNvPr id="21" name="矩形 20"/>
              <p:cNvSpPr/>
              <p:nvPr userDrawn="1">
                <p:custDataLst>
                  <p:tags r:id="rId4"/>
                </p:custDataLst>
              </p:nvPr>
            </p:nvSpPr>
            <p:spPr>
              <a:xfrm>
                <a:off x="11277600" y="5752233"/>
                <a:ext cx="914400" cy="914400"/>
              </a:xfrm>
              <a:prstGeom prst="rect">
                <a:avLst/>
              </a:prstGeom>
              <a:solidFill>
                <a:schemeClr val="accen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mj-ea"/>
                  <a:ea typeface="+mj-ea"/>
                  <a:sym typeface="+mn-ea"/>
                </a:endParaRPr>
              </a:p>
            </p:txBody>
          </p:sp>
          <p:sp>
            <p:nvSpPr>
              <p:cNvPr id="22" name="任意多边形: 形状 21"/>
              <p:cNvSpPr/>
              <p:nvPr userDrawn="1">
                <p:custDataLst>
                  <p:tags r:id="rId5"/>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bg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solidFill>
                </a:endParaRPr>
              </a:p>
            </p:txBody>
          </p:sp>
        </p:grpSp>
        <p:sp>
          <p:nvSpPr>
            <p:cNvPr id="20" name="矩形 19"/>
            <p:cNvSpPr/>
            <p:nvPr userDrawn="1">
              <p:custDataLst>
                <p:tags r:id="rId6"/>
              </p:custDataLst>
            </p:nvPr>
          </p:nvSpPr>
          <p:spPr>
            <a:xfrm>
              <a:off x="0" y="5943600"/>
              <a:ext cx="914400" cy="914400"/>
            </a:xfrm>
            <a:prstGeom prst="rect">
              <a:avLst/>
            </a:prstGeom>
            <a:solidFill>
              <a:schemeClr val="bg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mj-ea"/>
                <a:ea typeface="+mj-ea"/>
                <a:sym typeface="+mn-ea"/>
              </a:endParaRPr>
            </a:p>
          </p:txBody>
        </p:sp>
      </p:gr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0"/>
            </p:custDataLst>
          </p:nvPr>
        </p:nvSpPr>
        <p:spPr>
          <a:xfrm>
            <a:off x="669930" y="952508"/>
            <a:ext cx="10852237" cy="5388907"/>
          </a:xfrm>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2028825" y="4443095"/>
            <a:ext cx="10162540" cy="2414270"/>
            <a:chOff x="3195" y="6997"/>
            <a:chExt cx="16004" cy="3802"/>
          </a:xfrm>
        </p:grpSpPr>
        <p:sp>
          <p:nvSpPr>
            <p:cNvPr id="12" name="等腰三角形 11"/>
            <p:cNvSpPr/>
            <p:nvPr>
              <p:custDataLst>
                <p:tags r:id="rId3"/>
              </p:custDataLst>
            </p:nvPr>
          </p:nvSpPr>
          <p:spPr>
            <a:xfrm flipH="1">
              <a:off x="3195" y="9989"/>
              <a:ext cx="1640" cy="81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6" name="组合 5"/>
            <p:cNvGrpSpPr/>
            <p:nvPr userDrawn="1"/>
          </p:nvGrpSpPr>
          <p:grpSpPr>
            <a:xfrm>
              <a:off x="4015" y="6997"/>
              <a:ext cx="15185" cy="3803"/>
              <a:chOff x="4015" y="6997"/>
              <a:chExt cx="15185" cy="3803"/>
            </a:xfrm>
          </p:grpSpPr>
          <p:sp>
            <p:nvSpPr>
              <p:cNvPr id="20" name="等腰三角形 19"/>
              <p:cNvSpPr/>
              <p:nvPr>
                <p:custDataLst>
                  <p:tags r:id="rId4"/>
                </p:custDataLst>
              </p:nvPr>
            </p:nvSpPr>
            <p:spPr>
              <a:xfrm flipH="1">
                <a:off x="6897" y="6997"/>
                <a:ext cx="7691" cy="3803"/>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21" name="任意多边形 12"/>
              <p:cNvSpPr/>
              <p:nvPr>
                <p:custDataLst>
                  <p:tags r:id="rId5"/>
                </p:custDataLst>
              </p:nvPr>
            </p:nvSpPr>
            <p:spPr>
              <a:xfrm flipH="1">
                <a:off x="10743" y="6997"/>
                <a:ext cx="3846" cy="3803"/>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8" name="等腰三角形 17"/>
              <p:cNvSpPr/>
              <p:nvPr>
                <p:custDataLst>
                  <p:tags r:id="rId6"/>
                </p:custDataLst>
              </p:nvPr>
            </p:nvSpPr>
            <p:spPr>
              <a:xfrm flipH="1">
                <a:off x="12283" y="8520"/>
                <a:ext cx="4611" cy="228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9" name="任意多边形 16"/>
              <p:cNvSpPr/>
              <p:nvPr>
                <p:custDataLst>
                  <p:tags r:id="rId7"/>
                </p:custDataLst>
              </p:nvPr>
            </p:nvSpPr>
            <p:spPr>
              <a:xfrm flipH="1">
                <a:off x="14589" y="8520"/>
                <a:ext cx="2306" cy="2280"/>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6" name="等腰三角形 15"/>
              <p:cNvSpPr/>
              <p:nvPr>
                <p:custDataLst>
                  <p:tags r:id="rId8"/>
                </p:custDataLst>
              </p:nvPr>
            </p:nvSpPr>
            <p:spPr>
              <a:xfrm flipH="1">
                <a:off x="4470" y="7950"/>
                <a:ext cx="5764" cy="285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7" name="任意多边形 19"/>
              <p:cNvSpPr/>
              <p:nvPr>
                <p:custDataLst>
                  <p:tags r:id="rId9"/>
                </p:custDataLst>
              </p:nvPr>
            </p:nvSpPr>
            <p:spPr>
              <a:xfrm flipH="1">
                <a:off x="7352" y="7950"/>
                <a:ext cx="2882" cy="2850"/>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14" name="等腰三角形 13"/>
              <p:cNvSpPr/>
              <p:nvPr>
                <p:custDataLst>
                  <p:tags r:id="rId10"/>
                </p:custDataLst>
              </p:nvPr>
            </p:nvSpPr>
            <p:spPr>
              <a:xfrm flipH="1">
                <a:off x="17560" y="9989"/>
                <a:ext cx="1640" cy="81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5" name="任意多边形 22"/>
              <p:cNvSpPr/>
              <p:nvPr>
                <p:custDataLst>
                  <p:tags r:id="rId11"/>
                </p:custDataLst>
              </p:nvPr>
            </p:nvSpPr>
            <p:spPr>
              <a:xfrm flipH="1">
                <a:off x="18380" y="9989"/>
                <a:ext cx="820" cy="811"/>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3" name="任意多边形 25"/>
              <p:cNvSpPr/>
              <p:nvPr>
                <p:custDataLst>
                  <p:tags r:id="rId12"/>
                </p:custDataLst>
              </p:nvPr>
            </p:nvSpPr>
            <p:spPr>
              <a:xfrm flipH="1">
                <a:off x="4015" y="9989"/>
                <a:ext cx="820" cy="811"/>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sp>
        <p:nvSpPr>
          <p:cNvPr id="2" name="标题 1"/>
          <p:cNvSpPr>
            <a:spLocks noGrp="1"/>
          </p:cNvSpPr>
          <p:nvPr>
            <p:ph type="title" hasCustomPrompt="1"/>
            <p:custDataLst>
              <p:tags r:id="rId13"/>
            </p:custDataLst>
          </p:nvPr>
        </p:nvSpPr>
        <p:spPr>
          <a:xfrm>
            <a:off x="1285044" y="2014855"/>
            <a:ext cx="5818505" cy="1414145"/>
          </a:xfrm>
        </p:spPr>
        <p:txBody>
          <a:bodyPr anchor="b" anchorCtr="0">
            <a:normAutofit/>
          </a:bodyPr>
          <a:lstStyle>
            <a:lvl1pPr>
              <a:defRPr sz="7200" b="1" u="none" strike="noStrike" kern="1200" cap="none" spc="0" normalizeH="0" baseline="0">
                <a:solidFill>
                  <a:schemeClr val="accent1"/>
                </a:solidFill>
                <a:latin typeface="Arial" panose="020B0604020202020204" pitchFamily="34" charset="0"/>
                <a:ea typeface="汉仪旗黑-85S" panose="00020600040101010101" pitchFamily="18" charset="-122"/>
              </a:defRPr>
            </a:lvl1pPr>
          </a:lstStyle>
          <a:p>
            <a:r>
              <a:rPr lang="zh-CN" altLang="en-US" dirty="0"/>
              <a:t>编辑标题</a:t>
            </a:r>
            <a:endParaRPr lang="zh-CN" altLang="en-US" dirty="0"/>
          </a:p>
        </p:txBody>
      </p:sp>
      <p:sp>
        <p:nvSpPr>
          <p:cNvPr id="3" name="日期占位符 2"/>
          <p:cNvSpPr>
            <a:spLocks noGrp="1"/>
          </p:cNvSpPr>
          <p:nvPr>
            <p:ph type="dt" sz="half" idx="10"/>
            <p:custDataLst>
              <p:tags r:id="rId14"/>
            </p:custDataLst>
          </p:nvPr>
        </p:nvSpPr>
        <p:spPr/>
        <p:txBody>
          <a:bodyPr/>
          <a:lstStyle/>
          <a:p>
            <a:fld id="{0488CED8-A2E1-4FD5-B2F5-D691BB24C91E}" type="datetimeFigureOut">
              <a:rPr lang="zh-CN" altLang="en-US" smtClean="0"/>
            </a:fld>
            <a:endParaRPr lang="zh-CN" altLang="en-US"/>
          </a:p>
        </p:txBody>
      </p:sp>
      <p:sp>
        <p:nvSpPr>
          <p:cNvPr id="4" name="页脚占位符 3"/>
          <p:cNvSpPr>
            <a:spLocks noGrp="1"/>
          </p:cNvSpPr>
          <p:nvPr>
            <p:ph type="ftr" sz="quarter" idx="11"/>
            <p:custDataLst>
              <p:tags r:id="rId15"/>
            </p:custDataLst>
          </p:nvPr>
        </p:nvSpPr>
        <p:spPr/>
        <p:txBody>
          <a:bodyPr/>
          <a:lstStyle/>
          <a:p>
            <a:endParaRPr lang="zh-CN" altLang="en-US"/>
          </a:p>
        </p:txBody>
      </p:sp>
      <p:sp>
        <p:nvSpPr>
          <p:cNvPr id="5" name="灯片编号占位符 4"/>
          <p:cNvSpPr>
            <a:spLocks noGrp="1"/>
          </p:cNvSpPr>
          <p:nvPr>
            <p:ph type="sldNum" sz="quarter" idx="12"/>
            <p:custDataLst>
              <p:tags r:id="rId16"/>
            </p:custDataLst>
          </p:nvPr>
        </p:nvSpPr>
        <p:spPr/>
        <p:txBody>
          <a:bodyPr/>
          <a:lstStyle/>
          <a:p>
            <a:fld id="{1A5F2F5A-3577-40D0-9738-AC762F5E245E}"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grpSp>
        <p:nvGrpSpPr>
          <p:cNvPr id="13" name="组合 12"/>
          <p:cNvGrpSpPr/>
          <p:nvPr userDrawn="1">
            <p:custDataLst>
              <p:tags r:id="rId2"/>
            </p:custDataLst>
          </p:nvPr>
        </p:nvGrpSpPr>
        <p:grpSpPr>
          <a:xfrm rot="0">
            <a:off x="11277600" y="5752465"/>
            <a:ext cx="914400" cy="914400"/>
            <a:chOff x="11277600" y="5752233"/>
            <a:chExt cx="914400" cy="914400"/>
          </a:xfrm>
        </p:grpSpPr>
        <p:sp>
          <p:nvSpPr>
            <p:cNvPr id="8" name="矩形 7"/>
            <p:cNvSpPr/>
            <p:nvPr userDrawn="1">
              <p:custDataLst>
                <p:tags r:id="rId3"/>
              </p:custDataLst>
            </p:nvPr>
          </p:nvSpPr>
          <p:spPr>
            <a:xfrm>
              <a:off x="11277600" y="5752233"/>
              <a:ext cx="914400" cy="914400"/>
            </a:xfrm>
            <a:prstGeom prst="rect">
              <a:avLst/>
            </a:prstGeom>
            <a:solidFill>
              <a:schemeClr val="bg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2" name="任意多边形: 形状 11"/>
            <p:cNvSpPr/>
            <p:nvPr userDrawn="1">
              <p:custDataLst>
                <p:tags r:id="rId4"/>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7" name="等腰三角形 6"/>
          <p:cNvSpPr/>
          <p:nvPr userDrawn="1">
            <p:custDataLst>
              <p:tags r:id="rId5"/>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2" name="标题 1"/>
          <p:cNvSpPr>
            <a:spLocks noGrp="1"/>
          </p:cNvSpPr>
          <p:nvPr userDrawn="1">
            <p:ph type="title"/>
            <p:custDataLst>
              <p:tags r:id="rId6"/>
            </p:custDataLst>
          </p:nvPr>
        </p:nvSpPr>
        <p:spPr/>
        <p:txBody>
          <a:bodyPr/>
          <a:lstStyle>
            <a:lvl1pPr>
              <a:defRPr baseline="0">
                <a:solidFill>
                  <a:schemeClr val="accent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7"/>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8"/>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userDrawn="1">
            <p:ph type="sldNum" sz="quarter" idx="12"/>
            <p:custDataLst>
              <p:tags r:id="rId9"/>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2735" y="304165"/>
            <a:ext cx="11606530" cy="6249670"/>
          </a:xfrm>
          <a:prstGeom prst="rect">
            <a:avLst/>
          </a:prstGeom>
          <a:solidFill>
            <a:schemeClr val="bg2"/>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2400">
              <a:latin typeface="微软雅黑" panose="020B0503020204020204" pitchFamily="34" charset="-122"/>
              <a:ea typeface="微软雅黑" panose="020B0503020204020204" pitchFamily="34" charset="-122"/>
            </a:endParaRPr>
          </a:p>
        </p:txBody>
      </p:sp>
      <p:grpSp>
        <p:nvGrpSpPr>
          <p:cNvPr id="34" name="组合 33"/>
          <p:cNvGrpSpPr/>
          <p:nvPr userDrawn="1">
            <p:custDataLst>
              <p:tags r:id="rId3"/>
            </p:custDataLst>
          </p:nvPr>
        </p:nvGrpSpPr>
        <p:grpSpPr>
          <a:xfrm rot="0">
            <a:off x="11277600" y="0"/>
            <a:ext cx="914400" cy="914400"/>
            <a:chOff x="11277600" y="5752233"/>
            <a:chExt cx="914400" cy="914400"/>
          </a:xfrm>
        </p:grpSpPr>
        <p:sp>
          <p:nvSpPr>
            <p:cNvPr id="35" name="矩形 34"/>
            <p:cNvSpPr/>
            <p:nvPr userDrawn="1">
              <p:custDataLst>
                <p:tags r:id="rId4"/>
              </p:custDataLst>
            </p:nvPr>
          </p:nvSpPr>
          <p:spPr>
            <a:xfrm>
              <a:off x="11277600" y="5752233"/>
              <a:ext cx="914400" cy="914400"/>
            </a:xfrm>
            <a:prstGeom prst="rect">
              <a:avLst/>
            </a:prstGeom>
            <a:solidFill>
              <a:schemeClr val="accen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36" name="任意多边形: 形状 35"/>
            <p:cNvSpPr/>
            <p:nvPr userDrawn="1">
              <p:custDataLst>
                <p:tags r:id="rId5"/>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bg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37" name="矩形 36"/>
          <p:cNvSpPr/>
          <p:nvPr userDrawn="1">
            <p:custDataLst>
              <p:tags r:id="rId6"/>
            </p:custDataLst>
          </p:nvPr>
        </p:nvSpPr>
        <p:spPr>
          <a:xfrm>
            <a:off x="0" y="5943600"/>
            <a:ext cx="914400" cy="914400"/>
          </a:xfrm>
          <a:prstGeom prst="rect">
            <a:avLst/>
          </a:prstGeom>
          <a:solidFill>
            <a:schemeClr val="bg2"/>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hasCustomPrompt="1"/>
            <p:custDataLst>
              <p:tags r:id="rId7"/>
            </p:custDataLst>
          </p:nvPr>
        </p:nvSpPr>
        <p:spPr>
          <a:xfrm>
            <a:off x="1281600" y="1249200"/>
            <a:ext cx="9626400" cy="723600"/>
          </a:xfrm>
        </p:spPr>
        <p:txBody>
          <a:bodyPr anchor="ctr"/>
          <a:lstStyle>
            <a:lvl1pPr>
              <a:defRPr sz="3200" u="none" strike="noStrike" kern="1200" cap="none" spc="200" normalizeH="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8"/>
            </p:custDataLst>
          </p:nvPr>
        </p:nvSpPr>
        <p:spPr>
          <a:xfrm>
            <a:off x="1281113" y="2163600"/>
            <a:ext cx="9626600" cy="3445200"/>
          </a:xfrm>
        </p:spPr>
        <p:txBody>
          <a:bodyPr/>
          <a:lstStyle>
            <a:lvl1pPr>
              <a:defRPr u="none" strike="noStrike" kern="1200" cap="none" spc="200" normalizeH="0" baseline="0">
                <a:latin typeface="Arial" panose="020B0604020202020204" pitchFamily="34" charset="0"/>
                <a:ea typeface="微软雅黑" panose="020B0503020204020204" pitchFamily="34" charset="-122"/>
              </a:defRPr>
            </a:lvl1pPr>
            <a:lvl2pPr>
              <a:defRPr u="none" strike="noStrike" kern="1200" cap="none" spc="200" normalizeH="0" baseline="0">
                <a:latin typeface="Arial" panose="020B0604020202020204" pitchFamily="34" charset="0"/>
                <a:ea typeface="微软雅黑" panose="020B0503020204020204" pitchFamily="34" charset="-122"/>
              </a:defRPr>
            </a:lvl2pPr>
            <a:lvl3pPr>
              <a:defRPr u="none" strike="noStrike" kern="1200" cap="none" spc="200" normalizeH="0" baseline="0">
                <a:latin typeface="Arial" panose="020B0604020202020204" pitchFamily="34" charset="0"/>
                <a:ea typeface="微软雅黑" panose="020B0503020204020204" pitchFamily="34" charset="-122"/>
              </a:defRPr>
            </a:lvl3pPr>
            <a:lvl4pPr>
              <a:defRPr u="none" strike="noStrike" kern="1200" cap="none" spc="200" normalizeH="0" baseline="0">
                <a:latin typeface="Arial" panose="020B0604020202020204" pitchFamily="34" charset="0"/>
                <a:ea typeface="微软雅黑" panose="020B0503020204020204" pitchFamily="34" charset="-122"/>
              </a:defRPr>
            </a:lvl4pPr>
            <a:lvl5pPr>
              <a:defRPr u="none" strike="noStrike" kern="1200" cap="none" spc="200" normalizeH="0" baseline="0">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9"/>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3810"/>
            <a:ext cx="4823460" cy="6866255"/>
          </a:xfrm>
          <a:prstGeom prst="rect">
            <a:avLst/>
          </a:prstGeom>
          <a:solidFill>
            <a:schemeClr val="bg2"/>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2400" dirty="0">
              <a:latin typeface="微软雅黑" panose="020B0503020204020204" pitchFamily="34" charset="-122"/>
              <a:ea typeface="微软雅黑" panose="020B0503020204020204" pitchFamily="34" charset="-122"/>
              <a:sym typeface="+mn-ea"/>
            </a:endParaRPr>
          </a:p>
        </p:txBody>
      </p:sp>
      <p:sp>
        <p:nvSpPr>
          <p:cNvPr id="13" name="等腰三角形 12"/>
          <p:cNvSpPr/>
          <p:nvPr userDrawn="1">
            <p:custDataLst>
              <p:tags r:id="rId3"/>
            </p:custDataLst>
          </p:nvPr>
        </p:nvSpPr>
        <p:spPr>
          <a:xfrm rot="5400000">
            <a:off x="-144145" y="100203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grpSp>
        <p:nvGrpSpPr>
          <p:cNvPr id="15" name="组合 14"/>
          <p:cNvGrpSpPr/>
          <p:nvPr userDrawn="1">
            <p:custDataLst>
              <p:tags r:id="rId4"/>
            </p:custDataLst>
          </p:nvPr>
        </p:nvGrpSpPr>
        <p:grpSpPr>
          <a:xfrm rot="0">
            <a:off x="11277600" y="5752465"/>
            <a:ext cx="914400" cy="914400"/>
            <a:chOff x="11277600" y="5752233"/>
            <a:chExt cx="914400" cy="914400"/>
          </a:xfrm>
        </p:grpSpPr>
        <p:sp>
          <p:nvSpPr>
            <p:cNvPr id="17" name="矩形 16"/>
            <p:cNvSpPr/>
            <p:nvPr userDrawn="1">
              <p:custDataLst>
                <p:tags r:id="rId5"/>
              </p:custDataLst>
            </p:nvPr>
          </p:nvSpPr>
          <p:spPr>
            <a:xfrm>
              <a:off x="11277600" y="5752233"/>
              <a:ext cx="914400" cy="914400"/>
            </a:xfrm>
            <a:prstGeom prst="rect">
              <a:avLst/>
            </a:prstGeom>
            <a:solidFill>
              <a:schemeClr val="bg2"/>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8" name="任意多边形: 形状 17"/>
            <p:cNvSpPr/>
            <p:nvPr userDrawn="1">
              <p:custDataLst>
                <p:tags r:id="rId6"/>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2" name="标题 1"/>
          <p:cNvSpPr>
            <a:spLocks noGrp="1"/>
          </p:cNvSpPr>
          <p:nvPr>
            <p:ph type="title" hasCustomPrompt="1"/>
            <p:custDataLst>
              <p:tags r:id="rId7"/>
            </p:custDataLst>
          </p:nvPr>
        </p:nvSpPr>
        <p:spPr>
          <a:xfrm>
            <a:off x="583200" y="770400"/>
            <a:ext cx="3960000" cy="882000"/>
          </a:xfrm>
        </p:spPr>
        <p:txBody>
          <a:bodyPr anchor="ctr"/>
          <a:lstStyle>
            <a:lvl1pPr>
              <a:defRPr sz="3600" u="none" strike="noStrike" kern="1200" cap="none" spc="200" normalizeH="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8"/>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1"/>
            </p:custDataLst>
          </p:nvPr>
        </p:nvSpPr>
        <p:spPr>
          <a:xfrm>
            <a:off x="586800" y="1764000"/>
            <a:ext cx="3956400" cy="4093200"/>
          </a:xfrm>
        </p:spPr>
        <p:txBody>
          <a:bodyPr/>
          <a:lstStyle>
            <a:lvl1pPr>
              <a:defRPr u="none" strike="noStrike" kern="1200" cap="none" spc="200" normalizeH="0" baseline="0">
                <a:solidFill>
                  <a:schemeClr val="tx1"/>
                </a:solidFill>
                <a:latin typeface="Arial" panose="020B0604020202020204" pitchFamily="34" charset="0"/>
                <a:ea typeface="微软雅黑" panose="020B0503020204020204" pitchFamily="34" charset="-122"/>
              </a:defRPr>
            </a:lvl1pPr>
            <a:lvl2pPr>
              <a:defRPr u="none" strike="noStrike" kern="1200" cap="none" spc="200" normalizeH="0" baseline="0">
                <a:solidFill>
                  <a:schemeClr val="tx1"/>
                </a:solidFill>
                <a:latin typeface="Arial" panose="020B0604020202020204" pitchFamily="34" charset="0"/>
                <a:ea typeface="微软雅黑" panose="020B0503020204020204" pitchFamily="34" charset="-122"/>
              </a:defRPr>
            </a:lvl2pPr>
            <a:lvl3pPr>
              <a:defRPr u="none" strike="noStrike" kern="1200" cap="none" spc="200" normalizeH="0" baseline="0">
                <a:solidFill>
                  <a:schemeClr val="tx1"/>
                </a:solidFill>
                <a:latin typeface="Arial" panose="020B0604020202020204" pitchFamily="34" charset="0"/>
                <a:ea typeface="微软雅黑" panose="020B0503020204020204" pitchFamily="34" charset="-122"/>
              </a:defRPr>
            </a:lvl3pPr>
            <a:lvl4pPr>
              <a:defRPr u="none" strike="noStrike" kern="1200" cap="none" spc="200" normalizeH="0" baseline="0">
                <a:solidFill>
                  <a:schemeClr val="tx1"/>
                </a:solidFill>
                <a:latin typeface="Arial" panose="020B0604020202020204" pitchFamily="34" charset="0"/>
                <a:ea typeface="微软雅黑" panose="020B0503020204020204" pitchFamily="34" charset="-122"/>
              </a:defRPr>
            </a:lvl4pPr>
            <a:lvl5pPr>
              <a:defRPr u="none" strike="noStrike" kern="1200" cap="none" spc="200" normalizeH="0"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2"/>
            </p:custDataLst>
          </p:nvPr>
        </p:nvSpPr>
        <p:spPr>
          <a:xfrm>
            <a:off x="5101200" y="769938"/>
            <a:ext cx="6480000" cy="5087937"/>
          </a:xfrm>
        </p:spPr>
        <p:txBody>
          <a:bodyPr/>
          <a:lstStyle>
            <a:lvl1pPr>
              <a:defRPr u="none" strike="noStrike" kern="1200" cap="none" spc="200" normalizeH="0" baseline="0">
                <a:latin typeface="Arial" panose="020B0604020202020204" pitchFamily="34" charset="0"/>
                <a:ea typeface="微软雅黑" panose="020B0503020204020204" pitchFamily="34" charset="-122"/>
              </a:defRPr>
            </a:lvl1pPr>
            <a:lvl2pPr>
              <a:defRPr u="none" strike="noStrike" kern="1200" cap="none" spc="200" normalizeH="0" baseline="0">
                <a:latin typeface="Arial" panose="020B0604020202020204" pitchFamily="34" charset="0"/>
                <a:ea typeface="微软雅黑" panose="020B0503020204020204" pitchFamily="34" charset="-122"/>
              </a:defRPr>
            </a:lvl2pPr>
            <a:lvl3pPr>
              <a:defRPr u="none" strike="noStrike" kern="1200" cap="none" spc="200" normalizeH="0" baseline="0">
                <a:latin typeface="Arial" panose="020B0604020202020204" pitchFamily="34" charset="0"/>
                <a:ea typeface="微软雅黑" panose="020B0503020204020204" pitchFamily="34" charset="-122"/>
              </a:defRPr>
            </a:lvl3pPr>
            <a:lvl4pPr>
              <a:defRPr u="none" strike="noStrike" kern="1200" cap="none" spc="200" normalizeH="0" baseline="0">
                <a:latin typeface="Arial" panose="020B0604020202020204" pitchFamily="34" charset="0"/>
                <a:ea typeface="微软雅黑" panose="020B0503020204020204" pitchFamily="34" charset="-122"/>
              </a:defRPr>
            </a:lvl4pPr>
            <a:lvl5pPr>
              <a:defRPr u="none" strike="noStrike" kern="1200" cap="none" spc="200" normalizeH="0" baseline="0">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grpSp>
        <p:nvGrpSpPr>
          <p:cNvPr id="25" name="组合 24"/>
          <p:cNvGrpSpPr/>
          <p:nvPr userDrawn="1">
            <p:custDataLst>
              <p:tags r:id="rId2"/>
            </p:custDataLst>
          </p:nvPr>
        </p:nvGrpSpPr>
        <p:grpSpPr>
          <a:xfrm rot="5400000">
            <a:off x="5638800" y="5943600"/>
            <a:ext cx="914400" cy="914400"/>
            <a:chOff x="11277600" y="5752233"/>
            <a:chExt cx="914400" cy="914400"/>
          </a:xfrm>
        </p:grpSpPr>
        <p:sp>
          <p:nvSpPr>
            <p:cNvPr id="26" name="矩形 25"/>
            <p:cNvSpPr/>
            <p:nvPr userDrawn="1">
              <p:custDataLst>
                <p:tags r:id="rId3"/>
              </p:custDataLst>
            </p:nvPr>
          </p:nvSpPr>
          <p:spPr>
            <a:xfrm>
              <a:off x="11277600" y="5752233"/>
              <a:ext cx="914400" cy="914400"/>
            </a:xfrm>
            <a:prstGeom prst="rect">
              <a:avLst/>
            </a:prstGeom>
            <a:solidFill>
              <a:schemeClr val="bg2"/>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27" name="任意多边形: 形状 26"/>
            <p:cNvSpPr/>
            <p:nvPr userDrawn="1">
              <p:custDataLst>
                <p:tags r:id="rId4"/>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10" name="矩形 9"/>
          <p:cNvSpPr/>
          <p:nvPr userDrawn="1">
            <p:custDataLst>
              <p:tags r:id="rId5"/>
            </p:custDataLst>
          </p:nvPr>
        </p:nvSpPr>
        <p:spPr>
          <a:xfrm>
            <a:off x="0" y="0"/>
            <a:ext cx="12192000" cy="2664000"/>
          </a:xfrm>
          <a:prstGeom prst="rect">
            <a:avLst/>
          </a:prstGeom>
          <a:solidFill>
            <a:schemeClr val="bg2"/>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2400">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custDataLst>
              <p:tags r:id="rId6"/>
            </p:custDataLst>
          </p:nvPr>
        </p:nvSpPr>
        <p:spPr>
          <a:xfrm>
            <a:off x="612000" y="781200"/>
            <a:ext cx="10976400" cy="626400"/>
          </a:xfrm>
        </p:spPr>
        <p:txBody>
          <a:bodyPr anchor="ctr"/>
          <a:lstStyle>
            <a:lvl1pPr algn="ctr">
              <a:defRPr sz="3600" u="none" strike="noStrike" kern="1200" cap="none" spc="200" normalizeH="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7"/>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612000" y="1659600"/>
            <a:ext cx="10975975" cy="828000"/>
          </a:xfrm>
        </p:spPr>
        <p:txBody>
          <a:bodyPr/>
          <a:lstStyle>
            <a:lvl1pPr algn="ctr">
              <a:defRPr u="none" strike="noStrike" kern="1200" cap="none" spc="200" normalizeH="0"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1"/>
            </p:custDataLst>
          </p:nvPr>
        </p:nvSpPr>
        <p:spPr>
          <a:xfrm>
            <a:off x="612775" y="2808000"/>
            <a:ext cx="10965600" cy="3430800"/>
          </a:xfrm>
        </p:spPr>
        <p:txBody>
          <a:bodyPr/>
          <a:lstStyle>
            <a:lvl1pPr>
              <a:defRPr u="none" strike="noStrike" kern="1200" cap="none" spc="200" normalizeH="0" baseline="0">
                <a:latin typeface="Arial" panose="020B0604020202020204" pitchFamily="34" charset="0"/>
                <a:ea typeface="微软雅黑" panose="020B0503020204020204" pitchFamily="34" charset="-122"/>
              </a:defRPr>
            </a:lvl1pPr>
            <a:lvl2pPr>
              <a:defRPr u="none" strike="noStrike" kern="1200" cap="none" spc="200" normalizeH="0" baseline="0">
                <a:latin typeface="Arial" panose="020B0604020202020204" pitchFamily="34" charset="0"/>
                <a:ea typeface="微软雅黑" panose="020B0503020204020204" pitchFamily="34" charset="-122"/>
              </a:defRPr>
            </a:lvl2pPr>
            <a:lvl3pPr>
              <a:defRPr u="none" strike="noStrike" kern="1200" cap="none" spc="200" normalizeH="0" baseline="0">
                <a:latin typeface="Arial" panose="020B0604020202020204" pitchFamily="34" charset="0"/>
                <a:ea typeface="微软雅黑" panose="020B0503020204020204" pitchFamily="34" charset="-122"/>
              </a:defRPr>
            </a:lvl3pPr>
            <a:lvl4pPr>
              <a:defRPr u="none" strike="noStrike" kern="1200" cap="none" spc="200" normalizeH="0" baseline="0">
                <a:latin typeface="Arial" panose="020B0604020202020204" pitchFamily="34" charset="0"/>
                <a:ea typeface="微软雅黑" panose="020B0503020204020204" pitchFamily="34" charset="-122"/>
              </a:defRPr>
            </a:lvl4pPr>
            <a:lvl5pPr>
              <a:defRPr u="none" strike="noStrike" kern="1200" cap="none" spc="200" normalizeH="0" baseline="0">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4" name="等腰三角形 23"/>
          <p:cNvSpPr/>
          <p:nvPr userDrawn="1">
            <p:custDataLst>
              <p:tags r:id="rId12"/>
            </p:custDataLst>
          </p:nvPr>
        </p:nvSpPr>
        <p:spPr>
          <a:xfrm rot="10800000">
            <a:off x="5735960" y="0"/>
            <a:ext cx="720080" cy="4320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5029201"/>
            <a:ext cx="12192000" cy="1828799"/>
          </a:xfrm>
          <a:prstGeom prst="rect">
            <a:avLst/>
          </a:prstGeom>
          <a:solidFill>
            <a:schemeClr val="bg2"/>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2400">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lstStyle>
            <a:lvl1pPr algn="ctr">
              <a:defRPr sz="3200" u="none" strike="noStrike" kern="1200" cap="none" spc="200" normalizeH="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u="none" strike="noStrike" kern="1200" cap="none" spc="200" normalizeH="0" baseline="0">
                <a:latin typeface="Arial" panose="020B0604020202020204" pitchFamily="34" charset="0"/>
                <a:ea typeface="微软雅黑" panose="020B0503020204020204" pitchFamily="34" charset="-122"/>
              </a:defRPr>
            </a:lvl1pPr>
            <a:lvl2pPr>
              <a:defRPr u="none" strike="noStrike" kern="1200" cap="none" spc="200" normalizeH="0" baseline="0">
                <a:latin typeface="Arial" panose="020B0604020202020204" pitchFamily="34" charset="0"/>
                <a:ea typeface="微软雅黑" panose="020B0503020204020204" pitchFamily="34" charset="-122"/>
              </a:defRPr>
            </a:lvl2pPr>
            <a:lvl3pPr>
              <a:defRPr u="none" strike="noStrike" kern="1200" cap="none" spc="200" normalizeH="0" baseline="0">
                <a:latin typeface="Arial" panose="020B0604020202020204" pitchFamily="34" charset="0"/>
                <a:ea typeface="微软雅黑" panose="020B0503020204020204" pitchFamily="34" charset="-122"/>
              </a:defRPr>
            </a:lvl3pPr>
            <a:lvl4pPr>
              <a:defRPr u="none" strike="noStrike" kern="1200" cap="none" spc="200" normalizeH="0" baseline="0">
                <a:latin typeface="Arial" panose="020B0604020202020204" pitchFamily="34" charset="0"/>
                <a:ea typeface="微软雅黑" panose="020B0503020204020204" pitchFamily="34" charset="-122"/>
              </a:defRPr>
            </a:lvl4pPr>
            <a:lvl5pPr>
              <a:defRPr u="none" strike="noStrike" kern="1200" cap="none" spc="200" normalizeH="0" baseline="0">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u="none" strike="noStrike" kern="1200" cap="none" spc="200" normalizeH="0"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23" name="等腰三角形 22"/>
          <p:cNvSpPr/>
          <p:nvPr userDrawn="1">
            <p:custDataLst>
              <p:tags r:id="rId9"/>
            </p:custDataLst>
          </p:nvPr>
        </p:nvSpPr>
        <p:spPr>
          <a:xfrm rot="10800000">
            <a:off x="5735960" y="0"/>
            <a:ext cx="720080" cy="4320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grpSp>
        <p:nvGrpSpPr>
          <p:cNvPr id="25" name="组合 24"/>
          <p:cNvGrpSpPr/>
          <p:nvPr userDrawn="1">
            <p:custDataLst>
              <p:tags r:id="rId2"/>
            </p:custDataLst>
          </p:nvPr>
        </p:nvGrpSpPr>
        <p:grpSpPr>
          <a:xfrm>
            <a:off x="11277600" y="5752233"/>
            <a:ext cx="914400" cy="914400"/>
            <a:chOff x="11277600" y="5752233"/>
            <a:chExt cx="914400" cy="914400"/>
          </a:xfrm>
        </p:grpSpPr>
        <p:sp>
          <p:nvSpPr>
            <p:cNvPr id="26" name="矩形 25"/>
            <p:cNvSpPr/>
            <p:nvPr userDrawn="1">
              <p:custDataLst>
                <p:tags r:id="rId3"/>
              </p:custDataLst>
            </p:nvPr>
          </p:nvSpPr>
          <p:spPr>
            <a:xfrm>
              <a:off x="11277600" y="5752233"/>
              <a:ext cx="914400" cy="914400"/>
            </a:xfrm>
            <a:prstGeom prst="rect">
              <a:avLst/>
            </a:prstGeom>
            <a:solidFill>
              <a:schemeClr val="bg2"/>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27" name="任意多边形: 形状 26"/>
            <p:cNvSpPr/>
            <p:nvPr userDrawn="1">
              <p:custDataLst>
                <p:tags r:id="rId4"/>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10" name="矩形 9"/>
          <p:cNvSpPr/>
          <p:nvPr userDrawn="1">
            <p:custDataLst>
              <p:tags r:id="rId5"/>
            </p:custDataLst>
          </p:nvPr>
        </p:nvSpPr>
        <p:spPr>
          <a:xfrm>
            <a:off x="0" y="0"/>
            <a:ext cx="12192000" cy="914400"/>
          </a:xfrm>
          <a:prstGeom prst="rect">
            <a:avLst/>
          </a:prstGeom>
          <a:solidFill>
            <a:schemeClr val="bg2"/>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2400">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custDataLst>
              <p:tags r:id="rId6"/>
            </p:custDataLst>
          </p:nvPr>
        </p:nvSpPr>
        <p:spPr>
          <a:xfrm>
            <a:off x="579600" y="237600"/>
            <a:ext cx="11037600" cy="441964"/>
          </a:xfrm>
        </p:spPr>
        <p:txBody>
          <a:bodyPr/>
          <a:lstStyle>
            <a:lvl1pPr>
              <a:defRPr u="none" strike="noStrike" kern="1200" cap="none" spc="200" normalizeH="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7"/>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0"/>
            </p:custDataLst>
          </p:nvPr>
        </p:nvSpPr>
        <p:spPr>
          <a:xfrm>
            <a:off x="579600" y="1663200"/>
            <a:ext cx="5342400" cy="2894400"/>
          </a:xfrm>
        </p:spPr>
        <p:txBody>
          <a:bodyPr/>
          <a:lstStyle>
            <a:lvl1pPr>
              <a:defRPr u="none" strike="noStrike" kern="1200" cap="none" spc="200" normalizeH="0" baseline="0">
                <a:latin typeface="Arial" panose="020B0604020202020204" pitchFamily="34" charset="0"/>
                <a:ea typeface="微软雅黑" panose="020B0503020204020204" pitchFamily="34" charset="-122"/>
              </a:defRPr>
            </a:lvl1pPr>
            <a:lvl2pPr>
              <a:defRPr u="none" strike="noStrike" kern="1200" cap="none" spc="200" normalizeH="0" baseline="0">
                <a:latin typeface="Arial" panose="020B0604020202020204" pitchFamily="34" charset="0"/>
                <a:ea typeface="微软雅黑" panose="020B0503020204020204" pitchFamily="34" charset="-122"/>
              </a:defRPr>
            </a:lvl2pPr>
            <a:lvl3pPr>
              <a:defRPr u="none" strike="noStrike" kern="1200" cap="none" spc="200" normalizeH="0" baseline="0">
                <a:latin typeface="Arial" panose="020B0604020202020204" pitchFamily="34" charset="0"/>
                <a:ea typeface="微软雅黑" panose="020B0503020204020204" pitchFamily="34" charset="-122"/>
              </a:defRPr>
            </a:lvl3pPr>
            <a:lvl4pPr>
              <a:defRPr u="none" strike="noStrike" kern="1200" cap="none" spc="200" normalizeH="0" baseline="0">
                <a:latin typeface="Arial" panose="020B0604020202020204" pitchFamily="34" charset="0"/>
                <a:ea typeface="微软雅黑" panose="020B0503020204020204" pitchFamily="34" charset="-122"/>
              </a:defRPr>
            </a:lvl4pPr>
            <a:lvl5pPr>
              <a:defRPr u="none" strike="noStrike" kern="1200" cap="none" spc="200" normalizeH="0" baseline="0">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6242400" y="1663200"/>
            <a:ext cx="5367600" cy="2894400"/>
          </a:xfrm>
        </p:spPr>
        <p:txBody>
          <a:bodyPr/>
          <a:lstStyle>
            <a:lvl1pPr>
              <a:defRPr u="none" strike="noStrike" kern="1200" cap="none" spc="200" normalizeH="0" baseline="0">
                <a:latin typeface="Arial" panose="020B0604020202020204" pitchFamily="34" charset="0"/>
                <a:ea typeface="微软雅黑" panose="020B0503020204020204" pitchFamily="34" charset="-122"/>
              </a:defRPr>
            </a:lvl1pPr>
            <a:lvl2pPr>
              <a:defRPr u="none" strike="noStrike" kern="1200" cap="none" spc="200" normalizeH="0" baseline="0">
                <a:latin typeface="Arial" panose="020B0604020202020204" pitchFamily="34" charset="0"/>
                <a:ea typeface="微软雅黑" panose="020B0503020204020204" pitchFamily="34" charset="-122"/>
              </a:defRPr>
            </a:lvl2pPr>
            <a:lvl3pPr>
              <a:defRPr u="none" strike="noStrike" kern="1200" cap="none" spc="200" normalizeH="0" baseline="0">
                <a:latin typeface="Arial" panose="020B0604020202020204" pitchFamily="34" charset="0"/>
                <a:ea typeface="微软雅黑" panose="020B0503020204020204" pitchFamily="34" charset="-122"/>
              </a:defRPr>
            </a:lvl3pPr>
            <a:lvl4pPr>
              <a:defRPr u="none" strike="noStrike" kern="1200" cap="none" spc="200" normalizeH="0" baseline="0">
                <a:latin typeface="Arial" panose="020B0604020202020204" pitchFamily="34" charset="0"/>
                <a:ea typeface="微软雅黑" panose="020B0503020204020204" pitchFamily="34" charset="-122"/>
              </a:defRPr>
            </a:lvl4pPr>
            <a:lvl5pPr>
              <a:defRPr u="none" strike="noStrike" kern="1200" cap="none" spc="200" normalizeH="0" baseline="0">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2"/>
            </p:custDataLst>
          </p:nvPr>
        </p:nvSpPr>
        <p:spPr>
          <a:xfrm>
            <a:off x="572400" y="4816800"/>
            <a:ext cx="5342400" cy="781200"/>
          </a:xfrm>
        </p:spPr>
        <p:txBody>
          <a:bodyPr/>
          <a:lstStyle>
            <a:lvl1pPr>
              <a:defRPr u="none" strike="noStrike" kern="1200" cap="none" spc="200" normalizeH="0" baseline="0">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3"/>
            </p:custDataLst>
          </p:nvPr>
        </p:nvSpPr>
        <p:spPr>
          <a:xfrm>
            <a:off x="6253200" y="4813200"/>
            <a:ext cx="5367600" cy="781200"/>
          </a:xfrm>
        </p:spPr>
        <p:txBody>
          <a:bodyPr/>
          <a:lstStyle>
            <a:lvl1pPr>
              <a:defRPr u="none" strike="noStrike" kern="1200" cap="none" spc="200" normalizeH="0" baseline="0">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24" name="等腰三角形 23"/>
          <p:cNvSpPr/>
          <p:nvPr userDrawn="1">
            <p:custDataLst>
              <p:tags r:id="rId14"/>
            </p:custDataLst>
          </p:nvPr>
        </p:nvSpPr>
        <p:spPr>
          <a:xfrm rot="5400000">
            <a:off x="-144016" y="241176"/>
            <a:ext cx="720080" cy="4320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33" name="等腰三角形 32"/>
          <p:cNvSpPr/>
          <p:nvPr userDrawn="1">
            <p:custDataLst>
              <p:tags r:id="rId2"/>
            </p:custDataLst>
          </p:nvPr>
        </p:nvSpPr>
        <p:spPr>
          <a:xfrm flipH="1">
            <a:off x="2941955" y="-798195"/>
            <a:ext cx="9267825" cy="458216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微软雅黑" panose="020B0503020204020204" pitchFamily="34" charset="-122"/>
              <a:ea typeface="微软雅黑" panose="020B0503020204020204" pitchFamily="34" charset="-122"/>
            </a:endParaRPr>
          </a:p>
        </p:txBody>
      </p:sp>
      <p:sp>
        <p:nvSpPr>
          <p:cNvPr id="34" name="任意多边形 12"/>
          <p:cNvSpPr/>
          <p:nvPr userDrawn="1">
            <p:custDataLst>
              <p:tags r:id="rId3"/>
            </p:custDataLst>
          </p:nvPr>
        </p:nvSpPr>
        <p:spPr>
          <a:xfrm flipH="1">
            <a:off x="7576185" y="-798195"/>
            <a:ext cx="4633595" cy="4582160"/>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微软雅黑" panose="020B0503020204020204" pitchFamily="34" charset="-122"/>
              <a:ea typeface="微软雅黑" panose="020B0503020204020204" pitchFamily="34" charset="-122"/>
            </a:endParaRPr>
          </a:p>
        </p:txBody>
      </p:sp>
      <p:sp>
        <p:nvSpPr>
          <p:cNvPr id="37" name="等腰三角形 36"/>
          <p:cNvSpPr/>
          <p:nvPr userDrawn="1">
            <p:custDataLst>
              <p:tags r:id="rId4"/>
            </p:custDataLst>
          </p:nvPr>
        </p:nvSpPr>
        <p:spPr>
          <a:xfrm flipH="1">
            <a:off x="17780" y="349885"/>
            <a:ext cx="6944995" cy="343408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微软雅黑" panose="020B0503020204020204" pitchFamily="34" charset="-122"/>
              <a:ea typeface="微软雅黑" panose="020B0503020204020204" pitchFamily="34" charset="-122"/>
            </a:endParaRPr>
          </a:p>
        </p:txBody>
      </p:sp>
      <p:sp>
        <p:nvSpPr>
          <p:cNvPr id="38" name="任意多边形 19"/>
          <p:cNvSpPr/>
          <p:nvPr userDrawn="1">
            <p:custDataLst>
              <p:tags r:id="rId5"/>
            </p:custDataLst>
          </p:nvPr>
        </p:nvSpPr>
        <p:spPr>
          <a:xfrm flipH="1">
            <a:off x="3490595" y="349885"/>
            <a:ext cx="3472815" cy="3434080"/>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latin typeface="微软雅黑" panose="020B0503020204020204" pitchFamily="34" charset="-122"/>
              <a:ea typeface="微软雅黑" panose="020B0503020204020204" pitchFamily="34" charset="-122"/>
            </a:endParaRPr>
          </a:p>
        </p:txBody>
      </p:sp>
      <p:sp>
        <p:nvSpPr>
          <p:cNvPr id="44" name="等腰三角形 43"/>
          <p:cNvSpPr/>
          <p:nvPr userDrawn="1">
            <p:custDataLst>
              <p:tags r:id="rId6"/>
            </p:custDataLst>
          </p:nvPr>
        </p:nvSpPr>
        <p:spPr>
          <a:xfrm rot="10800000" flipH="1">
            <a:off x="17780" y="3783965"/>
            <a:ext cx="9267825" cy="458216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微软雅黑" panose="020B0503020204020204" pitchFamily="34" charset="-122"/>
              <a:ea typeface="微软雅黑" panose="020B0503020204020204" pitchFamily="34" charset="-122"/>
            </a:endParaRPr>
          </a:p>
        </p:txBody>
      </p:sp>
      <p:sp>
        <p:nvSpPr>
          <p:cNvPr id="45" name="任意多边形 12"/>
          <p:cNvSpPr/>
          <p:nvPr userDrawn="1">
            <p:custDataLst>
              <p:tags r:id="rId7"/>
            </p:custDataLst>
          </p:nvPr>
        </p:nvSpPr>
        <p:spPr>
          <a:xfrm rot="10800000" flipH="1">
            <a:off x="17780" y="3783965"/>
            <a:ext cx="4633595" cy="4582160"/>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微软雅黑" panose="020B0503020204020204" pitchFamily="34" charset="-122"/>
              <a:ea typeface="微软雅黑" panose="020B0503020204020204" pitchFamily="34" charset="-122"/>
            </a:endParaRPr>
          </a:p>
        </p:txBody>
      </p:sp>
      <p:sp>
        <p:nvSpPr>
          <p:cNvPr id="46" name="等腰三角形 45"/>
          <p:cNvSpPr/>
          <p:nvPr userDrawn="1">
            <p:custDataLst>
              <p:tags r:id="rId8"/>
            </p:custDataLst>
          </p:nvPr>
        </p:nvSpPr>
        <p:spPr>
          <a:xfrm rot="10800000" flipH="1">
            <a:off x="5264785" y="3783965"/>
            <a:ext cx="6944995" cy="343408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微软雅黑" panose="020B0503020204020204" pitchFamily="34" charset="-122"/>
              <a:ea typeface="微软雅黑" panose="020B0503020204020204" pitchFamily="34" charset="-122"/>
            </a:endParaRPr>
          </a:p>
        </p:txBody>
      </p:sp>
      <p:sp>
        <p:nvSpPr>
          <p:cNvPr id="47" name="任意多边形 19"/>
          <p:cNvSpPr/>
          <p:nvPr userDrawn="1">
            <p:custDataLst>
              <p:tags r:id="rId9"/>
            </p:custDataLst>
          </p:nvPr>
        </p:nvSpPr>
        <p:spPr>
          <a:xfrm rot="10800000" flipH="1">
            <a:off x="5264785" y="3783965"/>
            <a:ext cx="3472815" cy="3434080"/>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latin typeface="微软雅黑" panose="020B0503020204020204" pitchFamily="34" charset="-122"/>
              <a:ea typeface="微软雅黑" panose="020B0503020204020204" pitchFamily="34" charset="-122"/>
            </a:endParaRPr>
          </a:p>
        </p:txBody>
      </p:sp>
      <p:sp>
        <p:nvSpPr>
          <p:cNvPr id="10" name="矩形 9"/>
          <p:cNvSpPr/>
          <p:nvPr userDrawn="1">
            <p:custDataLst>
              <p:tags r:id="rId10"/>
            </p:custDataLst>
          </p:nvPr>
        </p:nvSpPr>
        <p:spPr>
          <a:xfrm>
            <a:off x="0" y="959224"/>
            <a:ext cx="12192000" cy="4939553"/>
          </a:xfrm>
          <a:prstGeom prst="rect">
            <a:avLst/>
          </a:prstGeom>
          <a:solidFill>
            <a:schemeClr val="bg2"/>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2400">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hasCustomPrompt="1"/>
            <p:custDataLst>
              <p:tags r:id="rId11"/>
            </p:custDataLst>
          </p:nvPr>
        </p:nvSpPr>
        <p:spPr>
          <a:xfrm>
            <a:off x="1522800" y="1339200"/>
            <a:ext cx="9144000" cy="2386800"/>
          </a:xfrm>
        </p:spPr>
        <p:txBody>
          <a:bodyPr anchor="b"/>
          <a:lstStyle>
            <a:lvl1pPr algn="ctr">
              <a:defRPr sz="6000" u="none" strike="noStrike" kern="1200" cap="none" spc="200" normalizeH="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2"/>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3"/>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4"/>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5"/>
            </p:custDataLst>
          </p:nvPr>
        </p:nvSpPr>
        <p:spPr>
          <a:xfrm>
            <a:off x="1522413" y="3862800"/>
            <a:ext cx="9144000" cy="1656000"/>
          </a:xfrm>
        </p:spPr>
        <p:txBody>
          <a:bodyPr/>
          <a:lstStyle>
            <a:lvl1pPr algn="ctr">
              <a:defRPr u="none" strike="noStrike" kern="1200" cap="none" spc="200" normalizeH="0"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slideLayout" Target="../slideLayouts/slideLayout11.xml"/><Relationship Id="rId7" Type="http://schemas.openxmlformats.org/officeDocument/2006/relationships/slideLayout" Target="../slideLayouts/slideLayout10.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3" Type="http://schemas.openxmlformats.org/officeDocument/2006/relationships/slideLayout" Target="../slideLayouts/slideLayout6.xml"/><Relationship Id="rId25" Type="http://schemas.openxmlformats.org/officeDocument/2006/relationships/theme" Target="../theme/theme2.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slideLayout" Target="../slideLayouts/slideLayout5.xml"/><Relationship Id="rId19" Type="http://schemas.openxmlformats.org/officeDocument/2006/relationships/tags" Target="../tags/tag188.xml"/><Relationship Id="rId18" Type="http://schemas.openxmlformats.org/officeDocument/2006/relationships/slideLayout" Target="../slideLayouts/slideLayout21.xml"/><Relationship Id="rId17" Type="http://schemas.openxmlformats.org/officeDocument/2006/relationships/slideLayout" Target="../slideLayouts/slideLayout20.xml"/><Relationship Id="rId16" Type="http://schemas.openxmlformats.org/officeDocument/2006/relationships/slideLayout" Target="../slideLayouts/slideLayout19.xml"/><Relationship Id="rId15" Type="http://schemas.openxmlformats.org/officeDocument/2006/relationships/slideLayout" Target="../slideLayouts/slideLayout18.xml"/><Relationship Id="rId14" Type="http://schemas.openxmlformats.org/officeDocument/2006/relationships/slideLayout" Target="../slideLayouts/slideLayout17.xml"/><Relationship Id="rId13" Type="http://schemas.openxmlformats.org/officeDocument/2006/relationships/slideLayout" Target="../slideLayouts/slideLayout16.xml"/><Relationship Id="rId12" Type="http://schemas.openxmlformats.org/officeDocument/2006/relationships/slideLayout" Target="../slideLayouts/slideLayout15.xml"/><Relationship Id="rId11" Type="http://schemas.openxmlformats.org/officeDocument/2006/relationships/slideLayout" Target="../slideLayouts/slideLayout14.xml"/><Relationship Id="rId10" Type="http://schemas.openxmlformats.org/officeDocument/2006/relationships/slideLayout" Target="../slideLayouts/slideLayout1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90000" tIns="46800" rIns="90000" bIns="468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0000" tIns="46800" rIns="90000" bIns="46800" rtlCol="0" anchor="ctr">
            <a:normAutofit/>
          </a:bodyPr>
          <a:lstStyle>
            <a:lvl1pPr algn="l">
              <a:lnSpc>
                <a:spcPct val="120000"/>
              </a:lnSpc>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0000" tIns="46800" rIns="90000" bIns="46800" rtlCol="0" anchor="ctr">
            <a:normAutofit/>
          </a:bodyPr>
          <a:lstStyle>
            <a:lvl1pPr algn="ctr">
              <a:lnSpc>
                <a:spcPct val="120000"/>
              </a:lnSpc>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0000" tIns="46800" rIns="90000" bIns="46800" rtlCol="0" anchor="ctr">
            <a:normAutofit/>
          </a:bodyPr>
          <a:lstStyle>
            <a:lvl1pPr algn="r">
              <a:lnSpc>
                <a:spcPct val="120000"/>
              </a:lnSpc>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 id="2147483669" r:id="rId17"/>
    <p:sldLayoutId id="2147483670" r:id="rId18"/>
  </p:sldLayoutIdLst>
  <p:txStyles>
    <p:titleStyle>
      <a:lvl1pPr algn="l" defTabSz="914400" rtl="0" eaLnBrk="1" fontAlgn="auto" latinLnBrk="0" hangingPunct="1">
        <a:lnSpc>
          <a:spcPct val="120000"/>
        </a:lnSpc>
        <a:spcBef>
          <a:spcPct val="0"/>
        </a:spcBef>
        <a:buNone/>
        <a:defRPr sz="2400" b="1" u="none" strike="noStrike" kern="1200" cap="none" spc="200" normalizeH="0" baseline="0">
          <a:solidFill>
            <a:schemeClr val="tx1">
              <a:lumMod val="85000"/>
              <a:lumOff val="15000"/>
            </a:schemeClr>
          </a:solidFill>
          <a:uFillTx/>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fontAlgn="auto" latinLnBrk="0" hangingPunct="1">
        <a:lnSpc>
          <a:spcPct val="12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pitchFamily="34" charset="-122"/>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微软雅黑" panose="020B0503020204020204" pitchFamily="34" charset="-122"/>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pitchFamily="34" charset="-122"/>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pitchFamily="34" charset="-122"/>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4.xml"/><Relationship Id="rId2" Type="http://schemas.openxmlformats.org/officeDocument/2006/relationships/tags" Target="../tags/tag195.xml"/><Relationship Id="rId1" Type="http://schemas.openxmlformats.org/officeDocument/2006/relationships/tags" Target="../tags/tag194.xml"/></Relationships>
</file>

<file path=ppt/slides/_rels/slide2.xml.rels><?xml version="1.0" encoding="UTF-8" standalone="yes"?>
<Relationships xmlns="http://schemas.openxmlformats.org/package/2006/relationships"><Relationship Id="rId9" Type="http://schemas.openxmlformats.org/officeDocument/2006/relationships/tags" Target="../tags/tag204.xml"/><Relationship Id="rId8" Type="http://schemas.openxmlformats.org/officeDocument/2006/relationships/tags" Target="../tags/tag203.xml"/><Relationship Id="rId7" Type="http://schemas.openxmlformats.org/officeDocument/2006/relationships/tags" Target="../tags/tag202.xml"/><Relationship Id="rId6" Type="http://schemas.openxmlformats.org/officeDocument/2006/relationships/tags" Target="../tags/tag201.xml"/><Relationship Id="rId5" Type="http://schemas.openxmlformats.org/officeDocument/2006/relationships/tags" Target="../tags/tag200.xml"/><Relationship Id="rId4" Type="http://schemas.openxmlformats.org/officeDocument/2006/relationships/tags" Target="../tags/tag199.xml"/><Relationship Id="rId3" Type="http://schemas.openxmlformats.org/officeDocument/2006/relationships/tags" Target="../tags/tag198.xml"/><Relationship Id="rId2" Type="http://schemas.openxmlformats.org/officeDocument/2006/relationships/tags" Target="../tags/tag197.xml"/><Relationship Id="rId13" Type="http://schemas.openxmlformats.org/officeDocument/2006/relationships/notesSlide" Target="../notesSlides/notesSlide2.xml"/><Relationship Id="rId12" Type="http://schemas.openxmlformats.org/officeDocument/2006/relationships/slideLayout" Target="../slideLayouts/slideLayout9.xml"/><Relationship Id="rId11" Type="http://schemas.openxmlformats.org/officeDocument/2006/relationships/tags" Target="../tags/tag206.xml"/><Relationship Id="rId10" Type="http://schemas.openxmlformats.org/officeDocument/2006/relationships/tags" Target="../tags/tag205.xml"/><Relationship Id="rId1" Type="http://schemas.openxmlformats.org/officeDocument/2006/relationships/tags" Target="../tags/tag196.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6.xml"/><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s>
</file>

<file path=ppt/slides/_rels/slide4.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tags" Target="../tags/tag217.xml"/><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3" Type="http://schemas.openxmlformats.org/officeDocument/2006/relationships/tags" Target="../tags/tag212.xml"/><Relationship Id="rId2" Type="http://schemas.openxmlformats.org/officeDocument/2006/relationships/tags" Target="../tags/tag211.xml"/><Relationship Id="rId14" Type="http://schemas.openxmlformats.org/officeDocument/2006/relationships/notesSlide" Target="../notesSlides/notesSlide4.xml"/><Relationship Id="rId13" Type="http://schemas.openxmlformats.org/officeDocument/2006/relationships/slideLayout" Target="../slideLayouts/slideLayout10.xml"/><Relationship Id="rId12" Type="http://schemas.openxmlformats.org/officeDocument/2006/relationships/tags" Target="../tags/tag221.xml"/><Relationship Id="rId11" Type="http://schemas.openxmlformats.org/officeDocument/2006/relationships/tags" Target="../tags/tag220.xml"/><Relationship Id="rId10" Type="http://schemas.openxmlformats.org/officeDocument/2006/relationships/tags" Target="../tags/tag219.xml"/><Relationship Id="rId1" Type="http://schemas.openxmlformats.org/officeDocument/2006/relationships/tags" Target="../tags/tag210.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6.xml"/><Relationship Id="rId4" Type="http://schemas.openxmlformats.org/officeDocument/2006/relationships/tags" Target="../tags/tag225.xml"/><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0.xml"/><Relationship Id="rId5" Type="http://schemas.openxmlformats.org/officeDocument/2006/relationships/tags" Target="../tags/tag230.xml"/><Relationship Id="rId4" Type="http://schemas.openxmlformats.org/officeDocument/2006/relationships/tags" Target="../tags/tag229.xml"/><Relationship Id="rId3" Type="http://schemas.openxmlformats.org/officeDocument/2006/relationships/tags" Target="../tags/tag228.xml"/><Relationship Id="rId2" Type="http://schemas.openxmlformats.org/officeDocument/2006/relationships/tags" Target="../tags/tag227.xml"/><Relationship Id="rId1" Type="http://schemas.openxmlformats.org/officeDocument/2006/relationships/tags" Target="../tags/tag226.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6.xml"/><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240.xml"/><Relationship Id="rId7" Type="http://schemas.openxmlformats.org/officeDocument/2006/relationships/image" Target="../media/image1.png"/><Relationship Id="rId6" Type="http://schemas.openxmlformats.org/officeDocument/2006/relationships/tags" Target="../tags/tag239.xml"/><Relationship Id="rId5" Type="http://schemas.openxmlformats.org/officeDocument/2006/relationships/tags" Target="../tags/tag238.xml"/><Relationship Id="rId4" Type="http://schemas.openxmlformats.org/officeDocument/2006/relationships/tags" Target="../tags/tag237.xml"/><Relationship Id="rId3" Type="http://schemas.openxmlformats.org/officeDocument/2006/relationships/tags" Target="../tags/tag236.xml"/><Relationship Id="rId2" Type="http://schemas.openxmlformats.org/officeDocument/2006/relationships/tags" Target="../tags/tag235.xml"/><Relationship Id="rId10" Type="http://schemas.openxmlformats.org/officeDocument/2006/relationships/notesSlide" Target="../notesSlides/notesSlide8.xml"/><Relationship Id="rId1" Type="http://schemas.openxmlformats.org/officeDocument/2006/relationships/tags" Target="../tags/tag234.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247.xml"/><Relationship Id="rId7" Type="http://schemas.openxmlformats.org/officeDocument/2006/relationships/image" Target="../media/image2.png"/><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 Type="http://schemas.openxmlformats.org/officeDocument/2006/relationships/tags" Target="../tags/tag242.xml"/><Relationship Id="rId10" Type="http://schemas.openxmlformats.org/officeDocument/2006/relationships/notesSlide" Target="../notesSlides/notesSlide9.xml"/><Relationship Id="rId1" Type="http://schemas.openxmlformats.org/officeDocument/2006/relationships/tags" Target="../tags/tag241.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254.xml"/><Relationship Id="rId7" Type="http://schemas.openxmlformats.org/officeDocument/2006/relationships/image" Target="../media/image3.png"/><Relationship Id="rId6" Type="http://schemas.openxmlformats.org/officeDocument/2006/relationships/tags" Target="../tags/tag253.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0" Type="http://schemas.openxmlformats.org/officeDocument/2006/relationships/notesSlide" Target="../notesSlides/notesSlide10.xml"/><Relationship Id="rId1" Type="http://schemas.openxmlformats.org/officeDocument/2006/relationships/tags" Target="../tags/tag248.xml"/></Relationships>
</file>

<file path=ppt/slides/_rels/slide11.xml.rels><?xml version="1.0" encoding="UTF-8" standalone="yes"?>
<Relationships xmlns="http://schemas.openxmlformats.org/package/2006/relationships"><Relationship Id="rId9" Type="http://schemas.openxmlformats.org/officeDocument/2006/relationships/tags" Target="../tags/tag263.xml"/><Relationship Id="rId8" Type="http://schemas.openxmlformats.org/officeDocument/2006/relationships/tags" Target="../tags/tag262.xml"/><Relationship Id="rId7" Type="http://schemas.openxmlformats.org/officeDocument/2006/relationships/tags" Target="../tags/tag261.xml"/><Relationship Id="rId6" Type="http://schemas.openxmlformats.org/officeDocument/2006/relationships/tags" Target="../tags/tag260.xml"/><Relationship Id="rId5" Type="http://schemas.openxmlformats.org/officeDocument/2006/relationships/tags" Target="../tags/tag259.xml"/><Relationship Id="rId4" Type="http://schemas.openxmlformats.org/officeDocument/2006/relationships/tags" Target="../tags/tag258.xml"/><Relationship Id="rId3" Type="http://schemas.openxmlformats.org/officeDocument/2006/relationships/tags" Target="../tags/tag257.xml"/><Relationship Id="rId2" Type="http://schemas.openxmlformats.org/officeDocument/2006/relationships/tags" Target="../tags/tag256.xml"/><Relationship Id="rId19" Type="http://schemas.openxmlformats.org/officeDocument/2006/relationships/notesSlide" Target="../notesSlides/notesSlide11.xml"/><Relationship Id="rId18" Type="http://schemas.openxmlformats.org/officeDocument/2006/relationships/slideLayout" Target="../slideLayouts/slideLayout10.xml"/><Relationship Id="rId17" Type="http://schemas.openxmlformats.org/officeDocument/2006/relationships/tags" Target="../tags/tag270.xml"/><Relationship Id="rId16" Type="http://schemas.openxmlformats.org/officeDocument/2006/relationships/image" Target="../media/image4.png"/><Relationship Id="rId15" Type="http://schemas.openxmlformats.org/officeDocument/2006/relationships/tags" Target="../tags/tag269.xml"/><Relationship Id="rId14" Type="http://schemas.openxmlformats.org/officeDocument/2006/relationships/tags" Target="../tags/tag268.xml"/><Relationship Id="rId13" Type="http://schemas.openxmlformats.org/officeDocument/2006/relationships/tags" Target="../tags/tag267.xml"/><Relationship Id="rId12" Type="http://schemas.openxmlformats.org/officeDocument/2006/relationships/tags" Target="../tags/tag266.xml"/><Relationship Id="rId11" Type="http://schemas.openxmlformats.org/officeDocument/2006/relationships/tags" Target="../tags/tag265.xml"/><Relationship Id="rId10" Type="http://schemas.openxmlformats.org/officeDocument/2006/relationships/tags" Target="../tags/tag264.xml"/><Relationship Id="rId1" Type="http://schemas.openxmlformats.org/officeDocument/2006/relationships/tags" Target="../tags/tag255.xml"/></Relationships>
</file>

<file path=ppt/slides/_rels/slide12.xml.rels><?xml version="1.0" encoding="UTF-8" standalone="yes"?>
<Relationships xmlns="http://schemas.openxmlformats.org/package/2006/relationships"><Relationship Id="rId9" Type="http://schemas.openxmlformats.org/officeDocument/2006/relationships/tags" Target="../tags/tag279.xml"/><Relationship Id="rId8" Type="http://schemas.openxmlformats.org/officeDocument/2006/relationships/tags" Target="../tags/tag278.xml"/><Relationship Id="rId7" Type="http://schemas.openxmlformats.org/officeDocument/2006/relationships/tags" Target="../tags/tag277.xml"/><Relationship Id="rId6" Type="http://schemas.openxmlformats.org/officeDocument/2006/relationships/tags" Target="../tags/tag276.xml"/><Relationship Id="rId5" Type="http://schemas.openxmlformats.org/officeDocument/2006/relationships/tags" Target="../tags/tag275.xml"/><Relationship Id="rId4" Type="http://schemas.openxmlformats.org/officeDocument/2006/relationships/tags" Target="../tags/tag274.xml"/><Relationship Id="rId3" Type="http://schemas.openxmlformats.org/officeDocument/2006/relationships/tags" Target="../tags/tag273.xml"/><Relationship Id="rId2" Type="http://schemas.openxmlformats.org/officeDocument/2006/relationships/tags" Target="../tags/tag272.xml"/><Relationship Id="rId18" Type="http://schemas.openxmlformats.org/officeDocument/2006/relationships/notesSlide" Target="../notesSlides/notesSlide12.xml"/><Relationship Id="rId17" Type="http://schemas.openxmlformats.org/officeDocument/2006/relationships/slideLayout" Target="../slideLayouts/slideLayout10.xml"/><Relationship Id="rId16" Type="http://schemas.openxmlformats.org/officeDocument/2006/relationships/tags" Target="../tags/tag285.xml"/><Relationship Id="rId15" Type="http://schemas.openxmlformats.org/officeDocument/2006/relationships/image" Target="../media/image5.png"/><Relationship Id="rId14" Type="http://schemas.openxmlformats.org/officeDocument/2006/relationships/tags" Target="../tags/tag284.xml"/><Relationship Id="rId13" Type="http://schemas.openxmlformats.org/officeDocument/2006/relationships/tags" Target="../tags/tag283.xml"/><Relationship Id="rId12" Type="http://schemas.openxmlformats.org/officeDocument/2006/relationships/tags" Target="../tags/tag282.xml"/><Relationship Id="rId11" Type="http://schemas.openxmlformats.org/officeDocument/2006/relationships/tags" Target="../tags/tag281.xml"/><Relationship Id="rId10" Type="http://schemas.openxmlformats.org/officeDocument/2006/relationships/tags" Target="../tags/tag280.xml"/><Relationship Id="rId1" Type="http://schemas.openxmlformats.org/officeDocument/2006/relationships/tags" Target="../tags/tag271.xml"/></Relationships>
</file>

<file path=ppt/slides/_rels/slide13.xml.rels><?xml version="1.0" encoding="UTF-8" standalone="yes"?>
<Relationships xmlns="http://schemas.openxmlformats.org/package/2006/relationships"><Relationship Id="rId9" Type="http://schemas.openxmlformats.org/officeDocument/2006/relationships/tags" Target="../tags/tag293.xml"/><Relationship Id="rId8" Type="http://schemas.openxmlformats.org/officeDocument/2006/relationships/image" Target="../media/image6.png"/><Relationship Id="rId7" Type="http://schemas.openxmlformats.org/officeDocument/2006/relationships/tags" Target="../tags/tag292.xml"/><Relationship Id="rId6" Type="http://schemas.openxmlformats.org/officeDocument/2006/relationships/tags" Target="../tags/tag291.xml"/><Relationship Id="rId5" Type="http://schemas.openxmlformats.org/officeDocument/2006/relationships/tags" Target="../tags/tag290.xml"/><Relationship Id="rId4" Type="http://schemas.openxmlformats.org/officeDocument/2006/relationships/tags" Target="../tags/tag289.xml"/><Relationship Id="rId3" Type="http://schemas.openxmlformats.org/officeDocument/2006/relationships/tags" Target="../tags/tag288.xml"/><Relationship Id="rId2" Type="http://schemas.openxmlformats.org/officeDocument/2006/relationships/tags" Target="../tags/tag287.xml"/><Relationship Id="rId11" Type="http://schemas.openxmlformats.org/officeDocument/2006/relationships/notesSlide" Target="../notesSlides/notesSlide13.xml"/><Relationship Id="rId10" Type="http://schemas.openxmlformats.org/officeDocument/2006/relationships/slideLayout" Target="../slideLayouts/slideLayout10.xml"/><Relationship Id="rId1" Type="http://schemas.openxmlformats.org/officeDocument/2006/relationships/tags" Target="../tags/tag286.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300.xml"/><Relationship Id="rId7" Type="http://schemas.openxmlformats.org/officeDocument/2006/relationships/image" Target="../media/image7.png"/><Relationship Id="rId6" Type="http://schemas.openxmlformats.org/officeDocument/2006/relationships/tags" Target="../tags/tag299.xml"/><Relationship Id="rId5" Type="http://schemas.openxmlformats.org/officeDocument/2006/relationships/tags" Target="../tags/tag298.xml"/><Relationship Id="rId4" Type="http://schemas.openxmlformats.org/officeDocument/2006/relationships/tags" Target="../tags/tag297.xml"/><Relationship Id="rId3" Type="http://schemas.openxmlformats.org/officeDocument/2006/relationships/tags" Target="../tags/tag296.xml"/><Relationship Id="rId2" Type="http://schemas.openxmlformats.org/officeDocument/2006/relationships/tags" Target="../tags/tag295.xml"/><Relationship Id="rId10" Type="http://schemas.openxmlformats.org/officeDocument/2006/relationships/notesSlide" Target="../notesSlides/notesSlide14.xml"/><Relationship Id="rId1" Type="http://schemas.openxmlformats.org/officeDocument/2006/relationships/tags" Target="../tags/tag294.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307.xml"/><Relationship Id="rId7" Type="http://schemas.openxmlformats.org/officeDocument/2006/relationships/image" Target="../media/image8.png"/><Relationship Id="rId6" Type="http://schemas.openxmlformats.org/officeDocument/2006/relationships/tags" Target="../tags/tag306.xml"/><Relationship Id="rId5" Type="http://schemas.openxmlformats.org/officeDocument/2006/relationships/tags" Target="../tags/tag305.xml"/><Relationship Id="rId4" Type="http://schemas.openxmlformats.org/officeDocument/2006/relationships/tags" Target="../tags/tag304.xml"/><Relationship Id="rId3" Type="http://schemas.openxmlformats.org/officeDocument/2006/relationships/tags" Target="../tags/tag303.xml"/><Relationship Id="rId2" Type="http://schemas.openxmlformats.org/officeDocument/2006/relationships/tags" Target="../tags/tag302.xml"/><Relationship Id="rId10" Type="http://schemas.openxmlformats.org/officeDocument/2006/relationships/notesSlide" Target="../notesSlides/notesSlide15.xml"/><Relationship Id="rId1" Type="http://schemas.openxmlformats.org/officeDocument/2006/relationships/tags" Target="../tags/tag301.xml"/></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0.xml"/><Relationship Id="rId7" Type="http://schemas.openxmlformats.org/officeDocument/2006/relationships/tags" Target="../tags/tag314.xml"/><Relationship Id="rId6" Type="http://schemas.openxmlformats.org/officeDocument/2006/relationships/tags" Target="../tags/tag313.xml"/><Relationship Id="rId5" Type="http://schemas.openxmlformats.org/officeDocument/2006/relationships/tags" Target="../tags/tag312.xml"/><Relationship Id="rId4" Type="http://schemas.openxmlformats.org/officeDocument/2006/relationships/tags" Target="../tags/tag311.xml"/><Relationship Id="rId3" Type="http://schemas.openxmlformats.org/officeDocument/2006/relationships/tags" Target="../tags/tag310.xml"/><Relationship Id="rId2" Type="http://schemas.openxmlformats.org/officeDocument/2006/relationships/tags" Target="../tags/tag309.xml"/><Relationship Id="rId1" Type="http://schemas.openxmlformats.org/officeDocument/2006/relationships/tags" Target="../tags/tag308.xml"/></Relationships>
</file>

<file path=ppt/slides/_rels/slide17.xml.rels><?xml version="1.0" encoding="UTF-8" standalone="yes"?>
<Relationships xmlns="http://schemas.openxmlformats.org/package/2006/relationships"><Relationship Id="rId9" Type="http://schemas.openxmlformats.org/officeDocument/2006/relationships/image" Target="../media/image10.jpeg"/><Relationship Id="rId8" Type="http://schemas.openxmlformats.org/officeDocument/2006/relationships/tags" Target="../tags/tag321.xml"/><Relationship Id="rId7" Type="http://schemas.openxmlformats.org/officeDocument/2006/relationships/image" Target="../media/image9.jpeg"/><Relationship Id="rId6" Type="http://schemas.openxmlformats.org/officeDocument/2006/relationships/tags" Target="../tags/tag320.xml"/><Relationship Id="rId5" Type="http://schemas.openxmlformats.org/officeDocument/2006/relationships/tags" Target="../tags/tag319.xml"/><Relationship Id="rId4" Type="http://schemas.openxmlformats.org/officeDocument/2006/relationships/tags" Target="../tags/tag318.xml"/><Relationship Id="rId3" Type="http://schemas.openxmlformats.org/officeDocument/2006/relationships/tags" Target="../tags/tag317.xml"/><Relationship Id="rId2" Type="http://schemas.openxmlformats.org/officeDocument/2006/relationships/tags" Target="../tags/tag316.xml"/><Relationship Id="rId12" Type="http://schemas.openxmlformats.org/officeDocument/2006/relationships/notesSlide" Target="../notesSlides/notesSlide17.xml"/><Relationship Id="rId11" Type="http://schemas.openxmlformats.org/officeDocument/2006/relationships/slideLayout" Target="../slideLayouts/slideLayout10.xml"/><Relationship Id="rId10" Type="http://schemas.openxmlformats.org/officeDocument/2006/relationships/tags" Target="../tags/tag322.xml"/><Relationship Id="rId1" Type="http://schemas.openxmlformats.org/officeDocument/2006/relationships/tags" Target="../tags/tag315.xml"/></Relationships>
</file>

<file path=ppt/slides/_rels/slide18.xml.rels><?xml version="1.0" encoding="UTF-8" standalone="yes"?>
<Relationships xmlns="http://schemas.openxmlformats.org/package/2006/relationships"><Relationship Id="rId9" Type="http://schemas.openxmlformats.org/officeDocument/2006/relationships/tags" Target="../tags/tag329.xml"/><Relationship Id="rId8" Type="http://schemas.openxmlformats.org/officeDocument/2006/relationships/tags" Target="../tags/tag328.xml"/><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tags" Target="../tags/tag327.xml"/><Relationship Id="rId4" Type="http://schemas.openxmlformats.org/officeDocument/2006/relationships/tags" Target="../tags/tag326.xml"/><Relationship Id="rId3" Type="http://schemas.openxmlformats.org/officeDocument/2006/relationships/tags" Target="../tags/tag325.xml"/><Relationship Id="rId2" Type="http://schemas.openxmlformats.org/officeDocument/2006/relationships/tags" Target="../tags/tag324.xml"/><Relationship Id="rId11" Type="http://schemas.openxmlformats.org/officeDocument/2006/relationships/notesSlide" Target="../notesSlides/notesSlide18.xml"/><Relationship Id="rId10" Type="http://schemas.openxmlformats.org/officeDocument/2006/relationships/slideLayout" Target="../slideLayouts/slideLayout10.xml"/><Relationship Id="rId1" Type="http://schemas.openxmlformats.org/officeDocument/2006/relationships/tags" Target="../tags/tag323.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6.xml"/><Relationship Id="rId4" Type="http://schemas.openxmlformats.org/officeDocument/2006/relationships/tags" Target="../tags/tag333.xml"/><Relationship Id="rId3" Type="http://schemas.openxmlformats.org/officeDocument/2006/relationships/tags" Target="../tags/tag332.xml"/><Relationship Id="rId2" Type="http://schemas.openxmlformats.org/officeDocument/2006/relationships/tags" Target="../tags/tag331.xml"/><Relationship Id="rId1" Type="http://schemas.openxmlformats.org/officeDocument/2006/relationships/tags" Target="../tags/tag330.xml"/></Relationships>
</file>

<file path=ppt/slides/_rels/slide20.xml.rels><?xml version="1.0" encoding="UTF-8" standalone="yes"?>
<Relationships xmlns="http://schemas.openxmlformats.org/package/2006/relationships"><Relationship Id="rId9" Type="http://schemas.openxmlformats.org/officeDocument/2006/relationships/tags" Target="../tags/tag342.xml"/><Relationship Id="rId8" Type="http://schemas.openxmlformats.org/officeDocument/2006/relationships/tags" Target="../tags/tag341.xml"/><Relationship Id="rId7" Type="http://schemas.openxmlformats.org/officeDocument/2006/relationships/tags" Target="../tags/tag340.xml"/><Relationship Id="rId6" Type="http://schemas.openxmlformats.org/officeDocument/2006/relationships/tags" Target="../tags/tag339.xml"/><Relationship Id="rId5" Type="http://schemas.openxmlformats.org/officeDocument/2006/relationships/tags" Target="../tags/tag338.xml"/><Relationship Id="rId4" Type="http://schemas.openxmlformats.org/officeDocument/2006/relationships/tags" Target="../tags/tag337.xml"/><Relationship Id="rId3" Type="http://schemas.openxmlformats.org/officeDocument/2006/relationships/tags" Target="../tags/tag336.xml"/><Relationship Id="rId2" Type="http://schemas.openxmlformats.org/officeDocument/2006/relationships/tags" Target="../tags/tag335.xml"/><Relationship Id="rId16" Type="http://schemas.openxmlformats.org/officeDocument/2006/relationships/notesSlide" Target="../notesSlides/notesSlide20.xml"/><Relationship Id="rId15" Type="http://schemas.openxmlformats.org/officeDocument/2006/relationships/slideLayout" Target="../slideLayouts/slideLayout10.xml"/><Relationship Id="rId14" Type="http://schemas.openxmlformats.org/officeDocument/2006/relationships/tags" Target="../tags/tag347.xml"/><Relationship Id="rId13" Type="http://schemas.openxmlformats.org/officeDocument/2006/relationships/tags" Target="../tags/tag346.xml"/><Relationship Id="rId12" Type="http://schemas.openxmlformats.org/officeDocument/2006/relationships/tags" Target="../tags/tag345.xml"/><Relationship Id="rId11" Type="http://schemas.openxmlformats.org/officeDocument/2006/relationships/tags" Target="../tags/tag344.xml"/><Relationship Id="rId10" Type="http://schemas.openxmlformats.org/officeDocument/2006/relationships/tags" Target="../tags/tag343.xml"/><Relationship Id="rId1" Type="http://schemas.openxmlformats.org/officeDocument/2006/relationships/tags" Target="../tags/tag334.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4.xml"/><Relationship Id="rId2" Type="http://schemas.openxmlformats.org/officeDocument/2006/relationships/tags" Target="../tags/tag349.xml"/><Relationship Id="rId1" Type="http://schemas.openxmlformats.org/officeDocument/2006/relationships/tags" Target="../tags/tag3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a:noFill/>
        </p:spPr>
        <p:txBody>
          <a:bodyPr wrap="square" lIns="90170" tIns="46990" rIns="90170" bIns="46990">
            <a:normAutofit fontScale="90000"/>
          </a:bodyPr>
          <a:p>
            <a:pPr marL="0" indent="0" algn="l">
              <a:lnSpc>
                <a:spcPct val="130000"/>
              </a:lnSpc>
              <a:spcBef>
                <a:spcPts val="0"/>
              </a:spcBef>
              <a:spcAft>
                <a:spcPts val="0"/>
              </a:spcAft>
              <a:buSzPct val="100000"/>
              <a:buNone/>
            </a:pPr>
            <a:r>
              <a:rPr lang="zh-CN" altLang="en-US" sz="7200" b="1" dirty="0">
                <a:solidFill>
                  <a:schemeClr val="accent1"/>
                </a:solidFill>
                <a:ea typeface="微软雅黑" panose="020B0503020204020204" pitchFamily="34" charset="-122"/>
                <a:sym typeface="+mn-lt"/>
              </a:rPr>
              <a:t>基于深度学习的电动车头盔佩戴检测系统</a:t>
            </a:r>
            <a:endParaRPr lang="zh-CN" altLang="en-US" sz="7200" b="1" dirty="0">
              <a:solidFill>
                <a:schemeClr val="accent1"/>
              </a:solidFill>
              <a:ea typeface="微软雅黑" panose="020B0503020204020204" pitchFamily="34" charset="-122"/>
              <a:sym typeface="+mn-lt"/>
            </a:endParaRPr>
          </a:p>
        </p:txBody>
      </p:sp>
    </p:spTree>
    <p:custDataLst>
      <p:tags r:id="rId2"/>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2680383" y="2708920"/>
            <a:ext cx="1443770" cy="800219"/>
          </a:xfrm>
          <a:prstGeom prst="rect">
            <a:avLst/>
          </a:prstGeom>
          <a:noFill/>
        </p:spPr>
        <p:txBody>
          <a:bodyPr wrap="none" rtlCol="0">
            <a:normAutofit fontScale="90000" lnSpcReduction="20000"/>
          </a:bodyPr>
          <a:p>
            <a:pPr algn="ctr" fontAlgn="auto">
              <a:lnSpc>
                <a:spcPct val="130000"/>
              </a:lnSpc>
            </a:pPr>
            <a:r>
              <a:rPr lang="zh-CN" altLang="en-US" sz="4600">
                <a:solidFill>
                  <a:schemeClr val="accent1"/>
                </a:solidFill>
                <a:uFillTx/>
                <a:latin typeface="Arial" panose="020B0604020202020204" pitchFamily="34" charset="0"/>
                <a:ea typeface="微软雅黑" panose="020B0503020204020204" pitchFamily="34" charset="-122"/>
                <a:sym typeface="Arial" panose="020B0604020202020204" pitchFamily="34" charset="0"/>
              </a:rPr>
              <a:t>目录</a:t>
            </a:r>
            <a:endParaRPr lang="zh-CN" altLang="en-US" sz="4600">
              <a:solidFill>
                <a:schemeClr val="accent1"/>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13" name="矩形 12"/>
          <p:cNvSpPr/>
          <p:nvPr>
            <p:custDataLst>
              <p:tags r:id="rId2"/>
            </p:custDataLst>
          </p:nvPr>
        </p:nvSpPr>
        <p:spPr>
          <a:xfrm>
            <a:off x="3118492" y="3645170"/>
            <a:ext cx="567552" cy="827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fontAlgn="auto">
              <a:lnSpc>
                <a:spcPct val="130000"/>
              </a:lnSpc>
            </a:pPr>
            <a:endParaRPr lang="zh-CN" altLang="en-US" sz="2400">
              <a:solidFill>
                <a:schemeClr val="lt1"/>
              </a:solidFill>
            </a:endParaRPr>
          </a:p>
        </p:txBody>
      </p:sp>
      <p:sp>
        <p:nvSpPr>
          <p:cNvPr id="16" name="文本框 15"/>
          <p:cNvSpPr txBox="1"/>
          <p:nvPr>
            <p:custDataLst>
              <p:tags r:id="rId3"/>
            </p:custDataLst>
          </p:nvPr>
        </p:nvSpPr>
        <p:spPr>
          <a:xfrm>
            <a:off x="6540843" y="4248425"/>
            <a:ext cx="2236510" cy="400110"/>
          </a:xfrm>
          <a:prstGeom prst="rect">
            <a:avLst/>
          </a:prstGeom>
          <a:noFill/>
        </p:spPr>
        <p:txBody>
          <a:bodyPr wrap="square" rtlCol="0">
            <a:normAutofit fontScale="90000" lnSpcReduction="20000"/>
          </a:bodyPr>
          <a:p>
            <a:pPr marL="0" lvl="0" indent="0" algn="l" fontAlgn="auto">
              <a:lnSpc>
                <a:spcPct val="130000"/>
              </a:lnSpc>
              <a:spcBef>
                <a:spcPts val="0"/>
              </a:spcBef>
              <a:spcAft>
                <a:spcPts val="0"/>
              </a:spcAft>
              <a:buSzPct val="100000"/>
              <a:buNone/>
            </a:pPr>
            <a:r>
              <a:rPr lang="zh-CN" altLang="en-US" sz="2000" b="1" dirty="0">
                <a:solidFill>
                  <a:schemeClr val="dk1"/>
                </a:solidFill>
                <a:latin typeface="Arial" panose="020B0604020202020204" pitchFamily="34" charset="0"/>
                <a:ea typeface="微软雅黑" panose="020B0503020204020204" pitchFamily="34" charset="-122"/>
                <a:sym typeface="+mn-lt"/>
              </a:rPr>
              <a:t>不足与改进</a:t>
            </a:r>
            <a:endParaRPr lang="zh-CN" altLang="en-US" sz="2000" b="1" dirty="0">
              <a:solidFill>
                <a:schemeClr val="dk1"/>
              </a:solidFill>
              <a:latin typeface="Arial" panose="020B0604020202020204" pitchFamily="34" charset="0"/>
              <a:ea typeface="微软雅黑" panose="020B0503020204020204" pitchFamily="34" charset="-122"/>
              <a:sym typeface="+mn-lt"/>
            </a:endParaRPr>
          </a:p>
        </p:txBody>
      </p:sp>
      <p:sp>
        <p:nvSpPr>
          <p:cNvPr id="17" name="文本框 16"/>
          <p:cNvSpPr txBox="1"/>
          <p:nvPr>
            <p:custDataLst>
              <p:tags r:id="rId4"/>
            </p:custDataLst>
          </p:nvPr>
        </p:nvSpPr>
        <p:spPr>
          <a:xfrm>
            <a:off x="5926572" y="4233037"/>
            <a:ext cx="614271" cy="430887"/>
          </a:xfrm>
          <a:prstGeom prst="rect">
            <a:avLst/>
          </a:prstGeom>
          <a:noFill/>
        </p:spPr>
        <p:txBody>
          <a:bodyPr wrap="square" rtlCol="0">
            <a:normAutofit fontScale="70000"/>
          </a:bodyPr>
          <a:p>
            <a:pPr fontAlgn="auto">
              <a:lnSpc>
                <a:spcPct val="130000"/>
              </a:lnSpc>
            </a:pPr>
            <a:r>
              <a:rPr lang="en-US" altLang="zh-CN" sz="22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04.</a:t>
            </a:r>
            <a:endParaRPr lang="en-US" altLang="zh-CN" sz="22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文本框 17"/>
          <p:cNvSpPr txBox="1"/>
          <p:nvPr>
            <p:custDataLst>
              <p:tags r:id="rId5"/>
            </p:custDataLst>
          </p:nvPr>
        </p:nvSpPr>
        <p:spPr>
          <a:xfrm>
            <a:off x="6540843" y="3538092"/>
            <a:ext cx="2236510" cy="400110"/>
          </a:xfrm>
          <a:prstGeom prst="rect">
            <a:avLst/>
          </a:prstGeom>
          <a:noFill/>
        </p:spPr>
        <p:txBody>
          <a:bodyPr wrap="square" rtlCol="0">
            <a:normAutofit fontScale="90000" lnSpcReduction="20000"/>
          </a:bodyPr>
          <a:p>
            <a:pPr marL="0" lvl="0" indent="0" algn="l" fontAlgn="auto">
              <a:lnSpc>
                <a:spcPct val="130000"/>
              </a:lnSpc>
              <a:spcBef>
                <a:spcPts val="0"/>
              </a:spcBef>
              <a:spcAft>
                <a:spcPts val="0"/>
              </a:spcAft>
              <a:buSzPct val="100000"/>
              <a:buNone/>
            </a:pPr>
            <a:r>
              <a:rPr lang="zh-CN" altLang="en-US" sz="2000" b="1" dirty="0">
                <a:solidFill>
                  <a:schemeClr val="dk1"/>
                </a:solidFill>
                <a:latin typeface="Arial" panose="020B0604020202020204" pitchFamily="34" charset="0"/>
                <a:ea typeface="微软雅黑" panose="020B0503020204020204" pitchFamily="34" charset="-122"/>
                <a:sym typeface="+mn-lt"/>
              </a:rPr>
              <a:t>技术路线与实现</a:t>
            </a:r>
            <a:endParaRPr lang="zh-CN" altLang="en-US" sz="2000" b="1" dirty="0">
              <a:solidFill>
                <a:schemeClr val="dk1"/>
              </a:solidFill>
              <a:latin typeface="Arial" panose="020B0604020202020204" pitchFamily="34" charset="0"/>
              <a:ea typeface="微软雅黑" panose="020B0503020204020204" pitchFamily="34" charset="-122"/>
              <a:sym typeface="+mn-lt"/>
            </a:endParaRPr>
          </a:p>
        </p:txBody>
      </p:sp>
      <p:sp>
        <p:nvSpPr>
          <p:cNvPr id="19" name="文本框 18"/>
          <p:cNvSpPr txBox="1"/>
          <p:nvPr>
            <p:custDataLst>
              <p:tags r:id="rId6"/>
            </p:custDataLst>
          </p:nvPr>
        </p:nvSpPr>
        <p:spPr>
          <a:xfrm>
            <a:off x="5926572" y="3522704"/>
            <a:ext cx="614271" cy="430887"/>
          </a:xfrm>
          <a:prstGeom prst="rect">
            <a:avLst/>
          </a:prstGeom>
          <a:noFill/>
        </p:spPr>
        <p:txBody>
          <a:bodyPr wrap="square" rtlCol="0">
            <a:normAutofit fontScale="70000"/>
          </a:bodyPr>
          <a:p>
            <a:pPr fontAlgn="auto">
              <a:lnSpc>
                <a:spcPct val="130000"/>
              </a:lnSpc>
            </a:pPr>
            <a:r>
              <a:rPr lang="en-US" altLang="zh-CN" sz="22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03.</a:t>
            </a:r>
            <a:endParaRPr lang="en-US" altLang="zh-CN" sz="22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文本框 19"/>
          <p:cNvSpPr txBox="1"/>
          <p:nvPr>
            <p:custDataLst>
              <p:tags r:id="rId7"/>
            </p:custDataLst>
          </p:nvPr>
        </p:nvSpPr>
        <p:spPr>
          <a:xfrm>
            <a:off x="6540843" y="2827759"/>
            <a:ext cx="2236510" cy="400110"/>
          </a:xfrm>
          <a:prstGeom prst="rect">
            <a:avLst/>
          </a:prstGeom>
          <a:noFill/>
        </p:spPr>
        <p:txBody>
          <a:bodyPr wrap="square" rtlCol="0">
            <a:normAutofit fontScale="90000" lnSpcReduction="20000"/>
          </a:bodyPr>
          <a:p>
            <a:pPr marL="0" lvl="0" indent="0" algn="l" fontAlgn="auto">
              <a:lnSpc>
                <a:spcPct val="130000"/>
              </a:lnSpc>
              <a:spcBef>
                <a:spcPts val="0"/>
              </a:spcBef>
              <a:spcAft>
                <a:spcPts val="0"/>
              </a:spcAft>
              <a:buSzPct val="100000"/>
              <a:buNone/>
            </a:pPr>
            <a:r>
              <a:rPr lang="zh-CN" altLang="en-US" sz="2000" b="1" dirty="0">
                <a:solidFill>
                  <a:schemeClr val="dk1"/>
                </a:solidFill>
                <a:latin typeface="Arial" panose="020B0604020202020204" pitchFamily="34" charset="0"/>
                <a:ea typeface="微软雅黑" panose="020B0503020204020204" pitchFamily="34" charset="-122"/>
                <a:sym typeface="+mn-lt"/>
              </a:rPr>
              <a:t>研究内容</a:t>
            </a:r>
            <a:endParaRPr lang="zh-CN" altLang="en-US" sz="2000" b="1" dirty="0">
              <a:solidFill>
                <a:schemeClr val="dk1"/>
              </a:solidFill>
              <a:latin typeface="Arial" panose="020B0604020202020204" pitchFamily="34" charset="0"/>
              <a:ea typeface="微软雅黑" panose="020B0503020204020204" pitchFamily="34" charset="-122"/>
              <a:sym typeface="+mn-lt"/>
            </a:endParaRPr>
          </a:p>
        </p:txBody>
      </p:sp>
      <p:sp>
        <p:nvSpPr>
          <p:cNvPr id="21" name="文本框 20"/>
          <p:cNvSpPr txBox="1"/>
          <p:nvPr>
            <p:custDataLst>
              <p:tags r:id="rId8"/>
            </p:custDataLst>
          </p:nvPr>
        </p:nvSpPr>
        <p:spPr>
          <a:xfrm>
            <a:off x="5926572" y="2812371"/>
            <a:ext cx="614271" cy="430887"/>
          </a:xfrm>
          <a:prstGeom prst="rect">
            <a:avLst/>
          </a:prstGeom>
          <a:noFill/>
        </p:spPr>
        <p:txBody>
          <a:bodyPr wrap="square" rtlCol="0">
            <a:normAutofit fontScale="70000"/>
          </a:bodyPr>
          <a:p>
            <a:pPr fontAlgn="auto">
              <a:lnSpc>
                <a:spcPct val="130000"/>
              </a:lnSpc>
            </a:pPr>
            <a:r>
              <a:rPr lang="en-US" altLang="zh-CN" sz="22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02.</a:t>
            </a:r>
            <a:endParaRPr lang="en-US" altLang="zh-CN" sz="22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文本框 21"/>
          <p:cNvSpPr txBox="1"/>
          <p:nvPr>
            <p:custDataLst>
              <p:tags r:id="rId9"/>
            </p:custDataLst>
          </p:nvPr>
        </p:nvSpPr>
        <p:spPr>
          <a:xfrm>
            <a:off x="6540843" y="2117426"/>
            <a:ext cx="2236510" cy="400110"/>
          </a:xfrm>
          <a:prstGeom prst="rect">
            <a:avLst/>
          </a:prstGeom>
          <a:noFill/>
        </p:spPr>
        <p:txBody>
          <a:bodyPr wrap="square" rtlCol="0">
            <a:normAutofit fontScale="90000" lnSpcReduction="20000"/>
          </a:bodyPr>
          <a:p>
            <a:pPr marL="0" lvl="0" indent="0" algn="l" fontAlgn="auto">
              <a:lnSpc>
                <a:spcPct val="130000"/>
              </a:lnSpc>
              <a:spcBef>
                <a:spcPts val="0"/>
              </a:spcBef>
              <a:spcAft>
                <a:spcPts val="0"/>
              </a:spcAft>
              <a:buSzPct val="100000"/>
              <a:buNone/>
            </a:pPr>
            <a:r>
              <a:rPr lang="zh-CN" altLang="en-US" sz="2000" b="1" dirty="0">
                <a:solidFill>
                  <a:schemeClr val="dk1"/>
                </a:solidFill>
                <a:latin typeface="Arial" panose="020B0604020202020204" pitchFamily="34" charset="0"/>
                <a:ea typeface="微软雅黑" panose="020B0503020204020204" pitchFamily="34" charset="-122"/>
                <a:sym typeface="+mn-lt"/>
              </a:rPr>
              <a:t>项目背景</a:t>
            </a:r>
            <a:endParaRPr lang="zh-CN" altLang="en-US" sz="2000" b="1" dirty="0">
              <a:solidFill>
                <a:schemeClr val="dk1"/>
              </a:solidFill>
              <a:latin typeface="Arial" panose="020B0604020202020204" pitchFamily="34" charset="0"/>
              <a:ea typeface="微软雅黑" panose="020B0503020204020204" pitchFamily="34" charset="-122"/>
              <a:sym typeface="+mn-lt"/>
            </a:endParaRPr>
          </a:p>
        </p:txBody>
      </p:sp>
      <p:sp>
        <p:nvSpPr>
          <p:cNvPr id="23" name="文本框 22"/>
          <p:cNvSpPr txBox="1"/>
          <p:nvPr>
            <p:custDataLst>
              <p:tags r:id="rId10"/>
            </p:custDataLst>
          </p:nvPr>
        </p:nvSpPr>
        <p:spPr>
          <a:xfrm>
            <a:off x="5926572" y="2102038"/>
            <a:ext cx="614271" cy="430887"/>
          </a:xfrm>
          <a:prstGeom prst="rect">
            <a:avLst/>
          </a:prstGeom>
          <a:noFill/>
        </p:spPr>
        <p:txBody>
          <a:bodyPr wrap="square" rtlCol="0">
            <a:normAutofit fontScale="70000"/>
          </a:bodyPr>
          <a:p>
            <a:pPr fontAlgn="auto">
              <a:lnSpc>
                <a:spcPct val="130000"/>
              </a:lnSpc>
            </a:pPr>
            <a:r>
              <a:rPr lang="en-US" altLang="zh-CN" sz="22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01.</a:t>
            </a:r>
            <a:endParaRPr lang="en-US" altLang="zh-CN" sz="22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Tree>
    <p:custDataLst>
      <p:tags r:id="rId1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p:spPr>
        <p:txBody>
          <a:bodyPr>
            <a:normAutofit/>
          </a:bodyPr>
          <a:lstStyle/>
          <a:p>
            <a:pPr marL="0" indent="0" algn="l">
              <a:lnSpc>
                <a:spcPct val="130000"/>
              </a:lnSpc>
              <a:spcBef>
                <a:spcPts val="0"/>
              </a:spcBef>
              <a:spcAft>
                <a:spcPts val="0"/>
              </a:spcAft>
              <a:buSzPct val="100000"/>
              <a:buNone/>
            </a:pPr>
            <a:r>
              <a:rPr lang="zh-CN" altLang="en-US" sz="4300" dirty="0">
                <a:solidFill>
                  <a:schemeClr val="accent1"/>
                </a:solidFill>
                <a:ea typeface="微软雅黑" panose="020B0503020204020204" pitchFamily="34" charset="-122"/>
                <a:sym typeface="+mn-lt"/>
              </a:rPr>
              <a:t>背景与意义</a:t>
            </a:r>
            <a:endParaRPr lang="zh-CN" altLang="en-US" sz="4300" dirty="0">
              <a:solidFill>
                <a:schemeClr val="accent1"/>
              </a:solidFill>
              <a:ea typeface="微软雅黑" panose="020B0503020204020204" pitchFamily="34" charset="-122"/>
              <a:sym typeface="+mn-lt"/>
            </a:endParaRPr>
          </a:p>
        </p:txBody>
      </p:sp>
      <p:sp>
        <p:nvSpPr>
          <p:cNvPr id="3" name="文本框 2"/>
          <p:cNvSpPr txBox="1"/>
          <p:nvPr>
            <p:custDataLst>
              <p:tags r:id="rId2"/>
            </p:custDataLst>
          </p:nvPr>
        </p:nvSpPr>
        <p:spPr>
          <a:xfrm>
            <a:off x="263352" y="2636912"/>
            <a:ext cx="3816424" cy="115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normAutofit fontScale="90000"/>
          </a:bodyPr>
          <a:lstStyle>
            <a:defPPr>
              <a:defRPr lang="zh-CN"/>
            </a:defPPr>
            <a:lvl1pPr algn="ctr">
              <a:defRPr sz="6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a:solidFill>
                  <a:schemeClr val="lt1"/>
                </a:solidFill>
                <a:uFillTx/>
                <a:latin typeface="Arial" panose="020B0604020202020204" pitchFamily="34" charset="0"/>
                <a:ea typeface="微软雅黑" panose="020B0503020204020204" pitchFamily="34" charset="-122"/>
                <a:cs typeface="Arial" panose="020B0604020202020204" pitchFamily="34" charset="0"/>
              </a:rPr>
              <a:t>PART 01</a:t>
            </a:r>
            <a:endParaRPr lang="en-US" altLang="zh-CN">
              <a:solidFill>
                <a:schemeClr val="lt1"/>
              </a:solidFill>
              <a:uFillTx/>
              <a:latin typeface="Arial" panose="020B0604020202020204" pitchFamily="34" charset="0"/>
              <a:ea typeface="微软雅黑" panose="020B0503020204020204" pitchFamily="34" charset="-122"/>
              <a:cs typeface="Arial" panose="020B0604020202020204" pitchFamily="34" charset="0"/>
            </a:endParaRPr>
          </a:p>
        </p:txBody>
      </p:sp>
    </p:spTree>
    <p:custDataLst>
      <p:tags r:id="rId3"/>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组合 12"/>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2"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3" name="等腰三角形 2"/>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20" name="矩形 19"/>
          <p:cNvSpPr/>
          <p:nvPr>
            <p:custDataLst>
              <p:tags r:id="rId5"/>
            </p:custDataLst>
          </p:nvPr>
        </p:nvSpPr>
        <p:spPr>
          <a:xfrm>
            <a:off x="0" y="0"/>
            <a:ext cx="12192000" cy="30777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custDataLst>
              <p:tags r:id="rId6"/>
            </p:custDataLst>
          </p:nvPr>
        </p:nvSpPr>
        <p:spPr>
          <a:xfrm>
            <a:off x="1181100" y="2133600"/>
            <a:ext cx="4438650" cy="4286250"/>
          </a:xfrm>
          <a:prstGeom prst="rect">
            <a:avLst/>
          </a:prstGeom>
          <a:solidFill>
            <a:schemeClr val="lt1"/>
          </a:solidFill>
          <a:ln>
            <a:noFill/>
          </a:ln>
          <a:effectLst>
            <a:outerShdw blurRad="2413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30" name="矩形 29"/>
          <p:cNvSpPr/>
          <p:nvPr>
            <p:custDataLst>
              <p:tags r:id="rId7"/>
            </p:custDataLst>
          </p:nvPr>
        </p:nvSpPr>
        <p:spPr>
          <a:xfrm>
            <a:off x="6572252" y="2133600"/>
            <a:ext cx="4438650" cy="4286250"/>
          </a:xfrm>
          <a:prstGeom prst="rect">
            <a:avLst/>
          </a:prstGeom>
          <a:solidFill>
            <a:schemeClr val="lt1"/>
          </a:solidFill>
          <a:ln>
            <a:noFill/>
          </a:ln>
          <a:effectLst>
            <a:outerShdw blurRad="2413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35" name="文本框 34"/>
          <p:cNvSpPr txBox="1"/>
          <p:nvPr>
            <p:custDataLst>
              <p:tags r:id="rId8"/>
            </p:custDataLst>
          </p:nvPr>
        </p:nvSpPr>
        <p:spPr>
          <a:xfrm>
            <a:off x="466725" y="1204626"/>
            <a:ext cx="10991849" cy="732155"/>
          </a:xfrm>
          <a:prstGeom prst="rect">
            <a:avLst/>
          </a:prstGeom>
          <a:noFill/>
        </p:spPr>
        <p:txBody>
          <a:bodyPr wrap="square" rtlCol="0">
            <a:spAutoFit/>
          </a:bodyPr>
          <a:lstStyle/>
          <a:p>
            <a:pPr>
              <a:lnSpc>
                <a:spcPts val="2500"/>
              </a:lnSpc>
            </a:pPr>
            <a:r>
              <a:rPr lang="zh-CN" altLang="en-US" dirty="0">
                <a:solidFill>
                  <a:schemeClr val="lt1"/>
                </a:solidFill>
                <a:latin typeface="微软雅黑" panose="020B0503020204020204" pitchFamily="34" charset="-122"/>
                <a:ea typeface="微软雅黑" panose="020B0503020204020204" pitchFamily="34" charset="-122"/>
                <a:cs typeface="+mn-ea"/>
                <a:sym typeface="+mn-lt"/>
              </a:rPr>
              <a:t>目前对于电动车的违规行为，通常只能通过交警现场执勤来完成管控，这种方法不仅消耗大量人力物力，而且覆盖面较窄、效率较低。</a:t>
            </a:r>
            <a:endParaRPr lang="zh-CN" altLang="en-US" dirty="0">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37" name="文本框 36"/>
          <p:cNvSpPr txBox="1"/>
          <p:nvPr>
            <p:custDataLst>
              <p:tags r:id="rId9"/>
            </p:custDataLst>
          </p:nvPr>
        </p:nvSpPr>
        <p:spPr>
          <a:xfrm>
            <a:off x="466725" y="537875"/>
            <a:ext cx="3004457" cy="398780"/>
          </a:xfrm>
          <a:prstGeom prst="rect">
            <a:avLst/>
          </a:prstGeom>
          <a:noFill/>
        </p:spPr>
        <p:txBody>
          <a:bodyPr wrap="square" rtlCol="0">
            <a:spAutoFit/>
          </a:bodyPr>
          <a:lstStyle/>
          <a:p>
            <a:r>
              <a:rPr lang="zh-CN" altLang="en-US" sz="2000" b="1" dirty="0">
                <a:solidFill>
                  <a:schemeClr val="lt1"/>
                </a:solidFill>
                <a:latin typeface="微软雅黑" panose="020B0503020204020204" pitchFamily="34" charset="-122"/>
                <a:ea typeface="微软雅黑" panose="020B0503020204020204" pitchFamily="34" charset="-122"/>
                <a:cs typeface="+mn-ea"/>
                <a:sym typeface="+mn-lt"/>
              </a:rPr>
              <a:t>项目背景</a:t>
            </a:r>
            <a:endParaRPr lang="zh-CN" altLang="en-US" sz="2000" b="1" dirty="0">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43" name="文本框 42"/>
          <p:cNvSpPr txBox="1"/>
          <p:nvPr/>
        </p:nvSpPr>
        <p:spPr>
          <a:xfrm>
            <a:off x="1610900" y="2694350"/>
            <a:ext cx="3004457" cy="398780"/>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mn-ea"/>
                <a:sym typeface="+mn-lt"/>
              </a:rPr>
              <a:t>研究背景</a:t>
            </a:r>
            <a:endParaRPr lang="zh-CN" altLang="en-US" sz="2000" b="1" dirty="0">
              <a:solidFill>
                <a:srgbClr val="000000"/>
              </a:solidFill>
              <a:latin typeface="微软雅黑" panose="020B0503020204020204" pitchFamily="34" charset="-122"/>
              <a:ea typeface="微软雅黑" panose="020B0503020204020204" pitchFamily="34" charset="-122"/>
              <a:cs typeface="+mn-ea"/>
              <a:sym typeface="+mn-lt"/>
            </a:endParaRPr>
          </a:p>
        </p:txBody>
      </p:sp>
      <p:cxnSp>
        <p:nvCxnSpPr>
          <p:cNvPr id="5" name="直接连接符 4"/>
          <p:cNvCxnSpPr/>
          <p:nvPr/>
        </p:nvCxnSpPr>
        <p:spPr>
          <a:xfrm>
            <a:off x="1711325" y="3160395"/>
            <a:ext cx="412115" cy="0"/>
          </a:xfrm>
          <a:prstGeom prst="line">
            <a:avLst/>
          </a:prstGeom>
          <a:ln w="76200">
            <a:solidFill>
              <a:srgbClr val="037FBD"/>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800860" y="3160395"/>
            <a:ext cx="888365" cy="0"/>
          </a:xfrm>
          <a:prstGeom prst="line">
            <a:avLst/>
          </a:prstGeom>
          <a:ln>
            <a:solidFill>
              <a:srgbClr val="037FBD"/>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custDataLst>
              <p:tags r:id="rId10"/>
            </p:custDataLst>
          </p:nvPr>
        </p:nvSpPr>
        <p:spPr>
          <a:xfrm>
            <a:off x="1596611" y="3325369"/>
            <a:ext cx="3650796" cy="2976880"/>
          </a:xfrm>
          <a:prstGeom prst="rect">
            <a:avLst/>
          </a:prstGeom>
          <a:noFill/>
        </p:spPr>
        <p:txBody>
          <a:bodyPr wrap="square" rtlCol="0">
            <a:spAutoFit/>
          </a:bodyPr>
          <a:lstStyle/>
          <a:p>
            <a:pPr>
              <a:lnSpc>
                <a:spcPts val="2500"/>
              </a:lnSpc>
            </a:pP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2019 </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年全国道路交通事故中，驾驶电动车导致的死亡人数达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8639 </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人，受伤人数达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44677</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人，伤亡人数接近非机动车伤亡人数的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70%</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a:t>
            </a:r>
            <a:endPar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ts val="2500"/>
              </a:lnSpc>
            </a:pPr>
            <a:endPar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ts val="2500"/>
              </a:lnSpc>
            </a:pP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数据显示，因颅脑损伤导致的死亡比例超过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80</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。当交通事故发生时，头盔可以吸收大部分撞击力，减少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63%</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的头部受伤和 </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88%</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rPr>
              <a:t>的颅脑损伤。</a:t>
            </a:r>
            <a:endPar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6" name="文本框 45"/>
          <p:cNvSpPr txBox="1"/>
          <p:nvPr/>
        </p:nvSpPr>
        <p:spPr>
          <a:xfrm>
            <a:off x="7002050" y="2694350"/>
            <a:ext cx="3004457" cy="398780"/>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mn-ea"/>
                <a:sym typeface="+mn-lt"/>
              </a:rPr>
              <a:t>设计意义</a:t>
            </a:r>
            <a:endParaRPr lang="zh-CN" altLang="en-US" sz="2000" b="1" dirty="0">
              <a:solidFill>
                <a:srgbClr val="000000"/>
              </a:solidFill>
              <a:latin typeface="微软雅黑" panose="020B0503020204020204" pitchFamily="34" charset="-122"/>
              <a:ea typeface="微软雅黑" panose="020B0503020204020204" pitchFamily="34" charset="-122"/>
              <a:cs typeface="+mn-ea"/>
              <a:sym typeface="+mn-lt"/>
            </a:endParaRPr>
          </a:p>
        </p:txBody>
      </p:sp>
      <p:cxnSp>
        <p:nvCxnSpPr>
          <p:cNvPr id="48" name="直接连接符 47"/>
          <p:cNvCxnSpPr/>
          <p:nvPr/>
        </p:nvCxnSpPr>
        <p:spPr>
          <a:xfrm>
            <a:off x="7102475" y="3160395"/>
            <a:ext cx="412115" cy="0"/>
          </a:xfrm>
          <a:prstGeom prst="line">
            <a:avLst/>
          </a:prstGeom>
          <a:ln w="76200">
            <a:solidFill>
              <a:srgbClr val="037FBD"/>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7192010" y="3160395"/>
            <a:ext cx="888365" cy="0"/>
          </a:xfrm>
          <a:prstGeom prst="line">
            <a:avLst/>
          </a:prstGeom>
          <a:ln>
            <a:solidFill>
              <a:srgbClr val="037FBD"/>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custDataLst>
              <p:tags r:id="rId11"/>
            </p:custDataLst>
          </p:nvPr>
        </p:nvSpPr>
        <p:spPr>
          <a:xfrm>
            <a:off x="6987761" y="3542184"/>
            <a:ext cx="3650796" cy="2335530"/>
          </a:xfrm>
          <a:prstGeom prst="rect">
            <a:avLst/>
          </a:prstGeom>
          <a:noFill/>
        </p:spPr>
        <p:txBody>
          <a:bodyPr wrap="square" rtlCol="0">
            <a:spAutoFit/>
          </a:bodyPr>
          <a:lstStyle/>
          <a:p>
            <a:pPr>
              <a:lnSpc>
                <a:spcPts val="2500"/>
              </a:lnSpc>
            </a:pPr>
            <a:r>
              <a:rPr lang="zh-CN" altLang="en-US" dirty="0">
                <a:solidFill>
                  <a:schemeClr val="dk1"/>
                </a:solidFill>
                <a:latin typeface="微软雅黑" panose="020B0503020204020204" pitchFamily="34" charset="-122"/>
                <a:ea typeface="微软雅黑" panose="020B0503020204020204" pitchFamily="34" charset="-122"/>
                <a:cs typeface="+mn-ea"/>
                <a:sym typeface="+mn-lt"/>
              </a:rPr>
              <a:t>基于深度学习的电动车头盔佩戴检测能有较高的精度和较好的实时性，有效地改善了交警现场执勤费时费力的问题和传统目标检测方法效率低下的问题，能够更好地降低交通事故的破坏力，保障骑手的人身安全。</a:t>
            </a:r>
            <a:endParaRPr lang="zh-CN" altLang="en-US" dirty="0">
              <a:solidFill>
                <a:schemeClr val="dk1"/>
              </a:solidFill>
              <a:latin typeface="微软雅黑" panose="020B0503020204020204" pitchFamily="34" charset="-122"/>
              <a:ea typeface="微软雅黑" panose="020B0503020204020204" pitchFamily="34" charset="-122"/>
              <a:cs typeface="+mn-ea"/>
              <a:sym typeface="+mn-lt"/>
            </a:endParaRPr>
          </a:p>
        </p:txBody>
      </p:sp>
    </p:spTree>
    <p:custDataLst>
      <p:tags r:id="rId1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anim calcmode="lin" valueType="num">
                                      <p:cBhvr additive="base">
                                        <p:cTn id="15" dur="500" fill="hold"/>
                                        <p:tgtEl>
                                          <p:spTgt spid="43"/>
                                        </p:tgtEl>
                                        <p:attrNameLst>
                                          <p:attrName>ppt_x</p:attrName>
                                        </p:attrNameLst>
                                      </p:cBhvr>
                                      <p:tavLst>
                                        <p:tav tm="0">
                                          <p:val>
                                            <p:strVal val="#ppt_x"/>
                                          </p:val>
                                        </p:tav>
                                        <p:tav tm="100000">
                                          <p:val>
                                            <p:strVal val="#ppt_x"/>
                                          </p:val>
                                        </p:tav>
                                      </p:tavLst>
                                    </p:anim>
                                    <p:anim calcmode="lin" valueType="num">
                                      <p:cBhvr additive="base">
                                        <p:cTn id="16" dur="500" fill="hold"/>
                                        <p:tgtEl>
                                          <p:spTgt spid="4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additive="base">
                                        <p:cTn id="19" dur="500" fill="hold"/>
                                        <p:tgtEl>
                                          <p:spTgt spid="44"/>
                                        </p:tgtEl>
                                        <p:attrNameLst>
                                          <p:attrName>ppt_x</p:attrName>
                                        </p:attrNameLst>
                                      </p:cBhvr>
                                      <p:tavLst>
                                        <p:tav tm="0">
                                          <p:val>
                                            <p:strVal val="#ppt_x"/>
                                          </p:val>
                                        </p:tav>
                                        <p:tav tm="100000">
                                          <p:val>
                                            <p:strVal val="#ppt_x"/>
                                          </p:val>
                                        </p:tav>
                                      </p:tavLst>
                                    </p:anim>
                                    <p:anim calcmode="lin" valueType="num">
                                      <p:cBhvr additive="base">
                                        <p:cTn id="20" dur="500" fill="hold"/>
                                        <p:tgtEl>
                                          <p:spTgt spid="4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anim calcmode="lin" valueType="num">
                                      <p:cBhvr additive="base">
                                        <p:cTn id="23" dur="500" fill="hold"/>
                                        <p:tgtEl>
                                          <p:spTgt spid="46"/>
                                        </p:tgtEl>
                                        <p:attrNameLst>
                                          <p:attrName>ppt_x</p:attrName>
                                        </p:attrNameLst>
                                      </p:cBhvr>
                                      <p:tavLst>
                                        <p:tav tm="0">
                                          <p:val>
                                            <p:strVal val="#ppt_x"/>
                                          </p:val>
                                        </p:tav>
                                        <p:tav tm="100000">
                                          <p:val>
                                            <p:strVal val="#ppt_x"/>
                                          </p:val>
                                        </p:tav>
                                      </p:tavLst>
                                    </p:anim>
                                    <p:anim calcmode="lin" valueType="num">
                                      <p:cBhvr additive="base">
                                        <p:cTn id="24" dur="500" fill="hold"/>
                                        <p:tgtEl>
                                          <p:spTgt spid="4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0"/>
                                        </p:tgtEl>
                                        <p:attrNameLst>
                                          <p:attrName>style.visibility</p:attrName>
                                        </p:attrNameLst>
                                      </p:cBhvr>
                                      <p:to>
                                        <p:strVal val="visible"/>
                                      </p:to>
                                    </p:set>
                                    <p:anim calcmode="lin" valueType="num">
                                      <p:cBhvr additive="base">
                                        <p:cTn id="27" dur="500" fill="hold"/>
                                        <p:tgtEl>
                                          <p:spTgt spid="50"/>
                                        </p:tgtEl>
                                        <p:attrNameLst>
                                          <p:attrName>ppt_x</p:attrName>
                                        </p:attrNameLst>
                                      </p:cBhvr>
                                      <p:tavLst>
                                        <p:tav tm="0">
                                          <p:val>
                                            <p:strVal val="#ppt_x"/>
                                          </p:val>
                                        </p:tav>
                                        <p:tav tm="100000">
                                          <p:val>
                                            <p:strVal val="#ppt_x"/>
                                          </p:val>
                                        </p:tav>
                                      </p:tavLst>
                                    </p:anim>
                                    <p:anim calcmode="lin" valueType="num">
                                      <p:cBhvr additive="base">
                                        <p:cTn id="28" dur="500" fill="hold"/>
                                        <p:tgtEl>
                                          <p:spTgt spid="5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anim calcmode="lin" valueType="num">
                                      <p:cBhvr additive="base">
                                        <p:cTn id="31" dur="500" fill="hold"/>
                                        <p:tgtEl>
                                          <p:spTgt spid="35"/>
                                        </p:tgtEl>
                                        <p:attrNameLst>
                                          <p:attrName>ppt_x</p:attrName>
                                        </p:attrNameLst>
                                      </p:cBhvr>
                                      <p:tavLst>
                                        <p:tav tm="0">
                                          <p:val>
                                            <p:strVal val="#ppt_x"/>
                                          </p:val>
                                        </p:tav>
                                        <p:tav tm="100000">
                                          <p:val>
                                            <p:strVal val="#ppt_x"/>
                                          </p:val>
                                        </p:tav>
                                      </p:tavLst>
                                    </p:anim>
                                    <p:anim calcmode="lin" valueType="num">
                                      <p:cBhvr additive="base">
                                        <p:cTn id="32" dur="500" fill="hold"/>
                                        <p:tgtEl>
                                          <p:spTgt spid="3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 calcmode="lin" valueType="num">
                                      <p:cBhvr additive="base">
                                        <p:cTn id="35" dur="500" fill="hold"/>
                                        <p:tgtEl>
                                          <p:spTgt spid="37"/>
                                        </p:tgtEl>
                                        <p:attrNameLst>
                                          <p:attrName>ppt_x</p:attrName>
                                        </p:attrNameLst>
                                      </p:cBhvr>
                                      <p:tavLst>
                                        <p:tav tm="0">
                                          <p:val>
                                            <p:strVal val="#ppt_x"/>
                                          </p:val>
                                        </p:tav>
                                        <p:tav tm="100000">
                                          <p:val>
                                            <p:strVal val="#ppt_x"/>
                                          </p:val>
                                        </p:tav>
                                      </p:tavLst>
                                    </p:anim>
                                    <p:anim calcmode="lin" valueType="num">
                                      <p:cBhvr additive="base">
                                        <p:cTn id="3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0" grpId="0" bldLvl="0" animBg="1"/>
      <p:bldP spid="35" grpId="0"/>
      <p:bldP spid="37" grpId="0"/>
      <p:bldP spid="43" grpId="0"/>
      <p:bldP spid="44" grpId="0"/>
      <p:bldP spid="46" grpId="0"/>
      <p:bldP spid="5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p:spPr>
        <p:txBody>
          <a:bodyPr>
            <a:normAutofit/>
          </a:bodyPr>
          <a:lstStyle/>
          <a:p>
            <a:pPr marL="0" indent="0" algn="l">
              <a:lnSpc>
                <a:spcPct val="130000"/>
              </a:lnSpc>
              <a:spcBef>
                <a:spcPts val="0"/>
              </a:spcBef>
              <a:spcAft>
                <a:spcPts val="0"/>
              </a:spcAft>
              <a:buSzPct val="100000"/>
              <a:buNone/>
            </a:pPr>
            <a:r>
              <a:rPr lang="en-US" altLang="zh-CN" sz="4300" dirty="0">
                <a:solidFill>
                  <a:schemeClr val="accent1"/>
                </a:solidFill>
                <a:ea typeface="微软雅黑" panose="020B0503020204020204" pitchFamily="34" charset="-122"/>
                <a:sym typeface="+mn-lt"/>
              </a:rPr>
              <a:t>PART</a:t>
            </a:r>
            <a:endParaRPr lang="en-US" altLang="zh-CN" sz="4300" dirty="0">
              <a:solidFill>
                <a:schemeClr val="accent1"/>
              </a:solidFill>
              <a:ea typeface="微软雅黑" panose="020B0503020204020204" pitchFamily="34" charset="-122"/>
              <a:sym typeface="+mn-lt"/>
            </a:endParaRPr>
          </a:p>
        </p:txBody>
      </p:sp>
      <p:sp>
        <p:nvSpPr>
          <p:cNvPr id="3" name="文本占位符 2"/>
          <p:cNvSpPr>
            <a:spLocks noGrp="1"/>
          </p:cNvSpPr>
          <p:nvPr>
            <p:ph type="body" idx="1"/>
            <p:custDataLst>
              <p:tags r:id="rId2"/>
            </p:custDataLst>
          </p:nvPr>
        </p:nvSpPr>
        <p:spPr>
          <a:noFill/>
        </p:spPr>
        <p:txBody>
          <a:bodyPr/>
          <a:lstStyle/>
          <a:p>
            <a:pPr marL="0" lvl="0" indent="0" algn="l">
              <a:lnSpc>
                <a:spcPct val="130000"/>
              </a:lnSpc>
              <a:spcBef>
                <a:spcPts val="0"/>
              </a:spcBef>
              <a:spcAft>
                <a:spcPts val="1000"/>
              </a:spcAft>
              <a:buSzPct val="100000"/>
              <a:buNone/>
            </a:pPr>
            <a:r>
              <a:rPr lang="zh-CN" altLang="en-US" sz="2000" dirty="0">
                <a:solidFill>
                  <a:schemeClr val="dk1"/>
                </a:solidFill>
                <a:sym typeface="+mn-lt"/>
              </a:rPr>
              <a:t>研究内容</a:t>
            </a:r>
            <a:endParaRPr lang="zh-CN" altLang="en-US" sz="2000" dirty="0">
              <a:solidFill>
                <a:schemeClr val="dk1"/>
              </a:solidFill>
              <a:sym typeface="+mn-lt"/>
            </a:endParaRPr>
          </a:p>
        </p:txBody>
      </p:sp>
      <p:sp>
        <p:nvSpPr>
          <p:cNvPr id="5" name="文本框 4"/>
          <p:cNvSpPr txBox="1"/>
          <p:nvPr>
            <p:custDataLst>
              <p:tags r:id="rId3"/>
            </p:custDataLst>
          </p:nvPr>
        </p:nvSpPr>
        <p:spPr>
          <a:xfrm>
            <a:off x="263352" y="2636912"/>
            <a:ext cx="3816424" cy="115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normAutofit fontScale="90000"/>
          </a:bodyPr>
          <a:lstStyle>
            <a:defPPr>
              <a:defRPr lang="zh-CN"/>
            </a:defPPr>
            <a:lvl1pPr algn="ctr">
              <a:defRPr sz="6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a:solidFill>
                  <a:schemeClr val="lt1"/>
                </a:solidFill>
                <a:uFillTx/>
                <a:latin typeface="Arial" panose="020B0604020202020204" pitchFamily="34" charset="0"/>
                <a:ea typeface="微软雅黑" panose="020B0503020204020204" pitchFamily="34" charset="-122"/>
                <a:cs typeface="Arial" panose="020B0604020202020204" pitchFamily="34" charset="0"/>
              </a:rPr>
              <a:t>PART 02</a:t>
            </a:r>
            <a:endParaRPr lang="en-US" altLang="zh-CN">
              <a:solidFill>
                <a:schemeClr val="lt1"/>
              </a:solidFill>
              <a:uFillTx/>
              <a:latin typeface="Arial" panose="020B0604020202020204" pitchFamily="34" charset="0"/>
              <a:ea typeface="微软雅黑" panose="020B0503020204020204" pitchFamily="34" charset="-122"/>
              <a:cs typeface="Arial" panose="020B0604020202020204" pitchFamily="34" charset="0"/>
            </a:endParaRPr>
          </a:p>
        </p:txBody>
      </p:sp>
    </p:spTree>
    <p:custDataLst>
      <p:tags r:id="rId4"/>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组合 12"/>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2"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7" name="等腰三角形 6"/>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178" name="文本框 177"/>
          <p:cNvSpPr txBox="1"/>
          <p:nvPr/>
        </p:nvSpPr>
        <p:spPr>
          <a:xfrm>
            <a:off x="2693757" y="385578"/>
            <a:ext cx="3004457" cy="398780"/>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mn-ea"/>
                <a:sym typeface="+mn-lt"/>
              </a:rPr>
              <a:t>研究内容</a:t>
            </a:r>
            <a:endParaRPr lang="zh-CN" altLang="en-US" sz="2000" b="1" dirty="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2152015" y="1060450"/>
            <a:ext cx="8032750" cy="4892675"/>
          </a:xfrm>
          <a:prstGeom prst="rect">
            <a:avLst/>
          </a:prstGeom>
        </p:spPr>
        <p:txBody>
          <a:bodyPr wrap="square">
            <a:spAutoFit/>
          </a:bodyPr>
          <a:p>
            <a:pPr marL="0" indent="304800" algn="just" defTabSz="266700">
              <a:lnSpc>
                <a:spcPct val="150000"/>
              </a:lnSpc>
            </a:pP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本文旨在探讨基于深度学习的电动车头盔佩戴检测系统的研究背景和意义，并简要介绍当前目标检测算法的研究现状。文章中还介绍了卷积神经网络的原理、结构及其优缺点，并重点介绍了</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YOLO</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模型的结构，这些基础知识是实现该系统的关键。</a:t>
            </a:r>
            <a:endPar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304800" algn="just" defTabSz="266700">
              <a:lnSpc>
                <a:spcPct val="150000"/>
              </a:lnSpc>
            </a:pP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同时，本文还对电动车头盔佩戴数据集进行了分析，发现数据存在一些问题，如样本不均衡和小目标占比高等，这些问题导致远处电动车头盔佩戴检测的精度和效率受到影响。因此，本文提出了两个改进方案。首先，采用</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Mosaic-9</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数据增强方法来解决数据集中各类样本不足的问题，这种方法可以扩充数据集，增加模型对各类样本的识别能力。其次，通过添加</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CBAM</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注意力机制模块来改善小目标的定位和提高检测性能，这一方案有助于提高模型对小目标的识别精度和召回率，而</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YOLOv8</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算法相比与</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YOLOv5</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算法，正具有实现其效果的便捷方式，即</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YOLOv8</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算法中默认自带</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Mosaic-9</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数据增强和</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CBAM</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代码；正因如此，设计过程中分别使用</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YOLOv5</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算法和</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YOLOv8</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算法训练出了两个模型，对它们进行了评价指标的比较，验证</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YOLOv8</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算法训练的模型是否因为采用</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Mosaic-9</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数据增强和引入</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CBAM</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注意力机制而具有更优秀的指标和性能。</a:t>
            </a:r>
            <a:endPar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wipe(down)">
                                      <p:cBhvr>
                                        <p:cTn id="7" dur="5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p:spPr>
        <p:txBody>
          <a:bodyPr>
            <a:normAutofit/>
          </a:bodyPr>
          <a:lstStyle/>
          <a:p>
            <a:pPr marL="0" indent="0" algn="l">
              <a:lnSpc>
                <a:spcPct val="130000"/>
              </a:lnSpc>
              <a:spcBef>
                <a:spcPts val="0"/>
              </a:spcBef>
              <a:spcAft>
                <a:spcPts val="0"/>
              </a:spcAft>
              <a:buSzPct val="100000"/>
              <a:buNone/>
            </a:pPr>
            <a:r>
              <a:rPr lang="zh-CN" altLang="en-US" sz="4300" dirty="0">
                <a:solidFill>
                  <a:schemeClr val="accent1"/>
                </a:solidFill>
                <a:ea typeface="微软雅黑" panose="020B0503020204020204" pitchFamily="34" charset="-122"/>
                <a:sym typeface="+mn-lt"/>
              </a:rPr>
              <a:t>技术路线与实现</a:t>
            </a:r>
            <a:endParaRPr lang="zh-CN" altLang="en-US" sz="4300" dirty="0">
              <a:solidFill>
                <a:schemeClr val="accent1"/>
              </a:solidFill>
              <a:ea typeface="微软雅黑" panose="020B0503020204020204" pitchFamily="34" charset="-122"/>
              <a:sym typeface="+mn-lt"/>
            </a:endParaRPr>
          </a:p>
        </p:txBody>
      </p:sp>
      <p:sp>
        <p:nvSpPr>
          <p:cNvPr id="3" name="文本框 2"/>
          <p:cNvSpPr txBox="1"/>
          <p:nvPr>
            <p:custDataLst>
              <p:tags r:id="rId2"/>
            </p:custDataLst>
          </p:nvPr>
        </p:nvSpPr>
        <p:spPr>
          <a:xfrm>
            <a:off x="263352" y="2636912"/>
            <a:ext cx="3816424" cy="115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normAutofit fontScale="90000"/>
          </a:bodyPr>
          <a:lstStyle>
            <a:defPPr>
              <a:defRPr lang="zh-CN"/>
            </a:defPPr>
            <a:lvl1pPr algn="ctr">
              <a:defRPr sz="6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a:solidFill>
                  <a:schemeClr val="lt1"/>
                </a:solidFill>
                <a:uFillTx/>
                <a:latin typeface="Arial" panose="020B0604020202020204" pitchFamily="34" charset="0"/>
                <a:ea typeface="微软雅黑" panose="020B0503020204020204" pitchFamily="34" charset="-122"/>
                <a:cs typeface="Arial" panose="020B0604020202020204" pitchFamily="34" charset="0"/>
              </a:rPr>
              <a:t>PART 03</a:t>
            </a:r>
            <a:endParaRPr lang="en-US" altLang="zh-CN">
              <a:solidFill>
                <a:schemeClr val="lt1"/>
              </a:solidFill>
              <a:uFillTx/>
              <a:latin typeface="Arial" panose="020B0604020202020204" pitchFamily="34" charset="0"/>
              <a:ea typeface="微软雅黑" panose="020B0503020204020204" pitchFamily="34" charset="-122"/>
              <a:cs typeface="Arial" panose="020B0604020202020204" pitchFamily="34" charset="0"/>
            </a:endParaRPr>
          </a:p>
        </p:txBody>
      </p:sp>
    </p:spTree>
    <p:custDataLst>
      <p:tags r:id="rId3"/>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组合 12"/>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2"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7" name="等腰三角形 6"/>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4" name="矩形 3"/>
          <p:cNvSpPr/>
          <p:nvPr>
            <p:custDataLst>
              <p:tags r:id="rId5"/>
            </p:custDataLst>
          </p:nvPr>
        </p:nvSpPr>
        <p:spPr>
          <a:xfrm>
            <a:off x="845074" y="778140"/>
            <a:ext cx="5504557" cy="5425280"/>
          </a:xfrm>
          <a:prstGeom prst="rect">
            <a:avLst/>
          </a:prstGeom>
          <a:solidFill>
            <a:schemeClr val="lt1"/>
          </a:solidFill>
          <a:ln>
            <a:noFill/>
          </a:ln>
          <a:effectLst>
            <a:outerShdw blurRad="228600" dist="63500" sx="102000" sy="102000" algn="ctr" rotWithShape="0">
              <a:schemeClr val="dk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16" name="文本框 15"/>
          <p:cNvSpPr txBox="1"/>
          <p:nvPr>
            <p:custDataLst>
              <p:tags r:id="rId6"/>
            </p:custDataLst>
          </p:nvPr>
        </p:nvSpPr>
        <p:spPr>
          <a:xfrm>
            <a:off x="8233410" y="777875"/>
            <a:ext cx="2509520" cy="521970"/>
          </a:xfrm>
          <a:prstGeom prst="rect">
            <a:avLst/>
          </a:prstGeom>
          <a:noFill/>
        </p:spPr>
        <p:txBody>
          <a:bodyPr wrap="square" rtlCol="0">
            <a:spAutoFit/>
          </a:bodyPr>
          <a:lstStyle/>
          <a:p>
            <a:r>
              <a:rPr lang="en-US" altLang="zh-CN" sz="2800" b="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YOLOv5</a:t>
            </a:r>
            <a:r>
              <a:rPr lang="zh-CN" altLang="en-US" sz="2800" b="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模型</a:t>
            </a:r>
            <a:endParaRPr lang="zh-CN" altLang="en-US" sz="2800" b="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pic>
        <p:nvPicPr>
          <p:cNvPr id="2" name="图片 -2147482565" descr="WXWorkLocal_20241025140909"/>
          <p:cNvPicPr>
            <a:picLocks noChangeAspect="1"/>
          </p:cNvPicPr>
          <p:nvPr/>
        </p:nvPicPr>
        <p:blipFill>
          <a:blip r:embed="rId7"/>
          <a:stretch>
            <a:fillRect/>
          </a:stretch>
        </p:blipFill>
        <p:spPr>
          <a:xfrm>
            <a:off x="984885" y="1111885"/>
            <a:ext cx="5224780" cy="4757420"/>
          </a:xfrm>
          <a:prstGeom prst="rect">
            <a:avLst/>
          </a:prstGeom>
          <a:noFill/>
          <a:ln w="9525">
            <a:noFill/>
          </a:ln>
        </p:spPr>
      </p:pic>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组合 12"/>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2"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7" name="等腰三角形 6"/>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4" name="矩形 3"/>
          <p:cNvSpPr/>
          <p:nvPr>
            <p:custDataLst>
              <p:tags r:id="rId5"/>
            </p:custDataLst>
          </p:nvPr>
        </p:nvSpPr>
        <p:spPr>
          <a:xfrm>
            <a:off x="845074" y="778140"/>
            <a:ext cx="5504557" cy="5425280"/>
          </a:xfrm>
          <a:prstGeom prst="rect">
            <a:avLst/>
          </a:prstGeom>
          <a:solidFill>
            <a:schemeClr val="lt1"/>
          </a:solidFill>
          <a:ln>
            <a:noFill/>
          </a:ln>
          <a:effectLst>
            <a:outerShdw blurRad="228600" dist="63500" sx="102000" sy="102000" algn="ctr" rotWithShape="0">
              <a:schemeClr val="dk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16" name="文本框 15"/>
          <p:cNvSpPr txBox="1"/>
          <p:nvPr>
            <p:custDataLst>
              <p:tags r:id="rId6"/>
            </p:custDataLst>
          </p:nvPr>
        </p:nvSpPr>
        <p:spPr>
          <a:xfrm>
            <a:off x="8233410" y="777875"/>
            <a:ext cx="2729865" cy="521970"/>
          </a:xfrm>
          <a:prstGeom prst="rect">
            <a:avLst/>
          </a:prstGeom>
          <a:noFill/>
        </p:spPr>
        <p:txBody>
          <a:bodyPr wrap="square" rtlCol="0">
            <a:spAutoFit/>
          </a:bodyPr>
          <a:lstStyle/>
          <a:p>
            <a:r>
              <a:rPr lang="en-US" altLang="zh-CN" sz="2800" b="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YOLOv8</a:t>
            </a:r>
            <a:r>
              <a:rPr lang="zh-CN" altLang="en-US" sz="2800" b="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模型</a:t>
            </a:r>
            <a:endParaRPr lang="zh-CN" altLang="en-US" sz="2800" b="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pic>
        <p:nvPicPr>
          <p:cNvPr id="2" name="图片 -2147482563" descr="WXWorkLocal_20241025141050"/>
          <p:cNvPicPr>
            <a:picLocks noChangeAspect="1"/>
          </p:cNvPicPr>
          <p:nvPr/>
        </p:nvPicPr>
        <p:blipFill>
          <a:blip r:embed="rId7"/>
          <a:stretch>
            <a:fillRect/>
          </a:stretch>
        </p:blipFill>
        <p:spPr>
          <a:xfrm>
            <a:off x="1125855" y="1284288"/>
            <a:ext cx="4942840" cy="4289425"/>
          </a:xfrm>
          <a:prstGeom prst="rect">
            <a:avLst/>
          </a:prstGeom>
          <a:noFill/>
          <a:ln w="9525">
            <a:noFill/>
          </a:ln>
        </p:spPr>
      </p:pic>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组合 12"/>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2"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7" name="等腰三角形 6"/>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4" name="矩形 3"/>
          <p:cNvSpPr/>
          <p:nvPr>
            <p:custDataLst>
              <p:tags r:id="rId5"/>
            </p:custDataLst>
          </p:nvPr>
        </p:nvSpPr>
        <p:spPr>
          <a:xfrm>
            <a:off x="845074" y="778140"/>
            <a:ext cx="5504557" cy="5425280"/>
          </a:xfrm>
          <a:prstGeom prst="rect">
            <a:avLst/>
          </a:prstGeom>
          <a:solidFill>
            <a:schemeClr val="lt1"/>
          </a:solidFill>
          <a:ln>
            <a:noFill/>
          </a:ln>
          <a:effectLst>
            <a:outerShdw blurRad="228600" dist="63500" sx="102000" sy="102000" algn="ctr" rotWithShape="0">
              <a:schemeClr val="dk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16" name="文本框 15"/>
          <p:cNvSpPr txBox="1"/>
          <p:nvPr>
            <p:custDataLst>
              <p:tags r:id="rId6"/>
            </p:custDataLst>
          </p:nvPr>
        </p:nvSpPr>
        <p:spPr>
          <a:xfrm>
            <a:off x="8233431" y="778140"/>
            <a:ext cx="1646550" cy="521970"/>
          </a:xfrm>
          <a:prstGeom prst="rect">
            <a:avLst/>
          </a:prstGeom>
          <a:noFill/>
        </p:spPr>
        <p:txBody>
          <a:bodyPr wrap="square" rtlCol="0">
            <a:spAutoFit/>
          </a:bodyPr>
          <a:lstStyle/>
          <a:p>
            <a:r>
              <a:rPr lang="zh-CN" altLang="en-US" sz="2800" b="1" dirty="0">
                <a:solidFill>
                  <a:schemeClr val="lt1">
                    <a:lumMod val="50000"/>
                  </a:schemeClr>
                </a:solidFill>
                <a:latin typeface="微软雅黑" panose="020B0503020204020204" pitchFamily="34" charset="-122"/>
                <a:ea typeface="微软雅黑" panose="020B0503020204020204" pitchFamily="34" charset="-122"/>
                <a:cs typeface="+mn-ea"/>
                <a:sym typeface="+mn-lt"/>
              </a:rPr>
              <a:t>检测流程</a:t>
            </a:r>
            <a:endParaRPr lang="zh-CN" altLang="en-US" sz="2800" b="1" dirty="0">
              <a:solidFill>
                <a:schemeClr val="lt1">
                  <a:lumMod val="50000"/>
                </a:schemeClr>
              </a:solidFill>
              <a:latin typeface="微软雅黑" panose="020B0503020204020204" pitchFamily="34" charset="-122"/>
              <a:ea typeface="微软雅黑" panose="020B0503020204020204" pitchFamily="34" charset="-122"/>
              <a:cs typeface="+mn-ea"/>
              <a:sym typeface="+mn-lt"/>
            </a:endParaRPr>
          </a:p>
        </p:txBody>
      </p:sp>
      <p:pic>
        <p:nvPicPr>
          <p:cNvPr id="2" name="图片 -2147482562"/>
          <p:cNvPicPr>
            <a:picLocks noChangeAspect="1"/>
          </p:cNvPicPr>
          <p:nvPr/>
        </p:nvPicPr>
        <p:blipFill>
          <a:blip r:embed="rId7"/>
          <a:stretch>
            <a:fillRect/>
          </a:stretch>
        </p:blipFill>
        <p:spPr>
          <a:xfrm>
            <a:off x="1450975" y="1680845"/>
            <a:ext cx="4545330" cy="3496945"/>
          </a:xfrm>
          <a:prstGeom prst="rect">
            <a:avLst/>
          </a:prstGeom>
          <a:noFill/>
          <a:ln w="9525">
            <a:noFill/>
          </a:ln>
        </p:spPr>
      </p:pic>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 name="组合 2"/>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5"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2" name="等腰三角形 1"/>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4" name="矩形 3"/>
          <p:cNvSpPr/>
          <p:nvPr>
            <p:custDataLst>
              <p:tags r:id="rId5"/>
            </p:custDataLst>
          </p:nvPr>
        </p:nvSpPr>
        <p:spPr>
          <a:xfrm>
            <a:off x="4819650" y="3465513"/>
            <a:ext cx="6589570" cy="2924896"/>
          </a:xfrm>
          <a:prstGeom prst="rect">
            <a:avLst/>
          </a:prstGeom>
          <a:solidFill>
            <a:schemeClr val="lt1"/>
          </a:solidFill>
          <a:ln>
            <a:noFill/>
          </a:ln>
          <a:effectLst>
            <a:outerShdw blurRad="228600" dist="63500" sx="102000" sy="102000" algn="ctr" rotWithShape="0">
              <a:schemeClr val="dk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7" name="矩形 6"/>
          <p:cNvSpPr/>
          <p:nvPr>
            <p:custDataLst>
              <p:tags r:id="rId6"/>
            </p:custDataLst>
          </p:nvPr>
        </p:nvSpPr>
        <p:spPr>
          <a:xfrm>
            <a:off x="4523507" y="1667608"/>
            <a:ext cx="3124202" cy="168079"/>
          </a:xfrm>
          <a:prstGeom prst="rect">
            <a:avLst/>
          </a:prstGeom>
          <a:solidFill>
            <a:schemeClr val="lt1"/>
          </a:solidFill>
          <a:ln>
            <a:noFill/>
          </a:ln>
          <a:effectLst>
            <a:outerShdw blurRad="3429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9" name="矩形 8"/>
          <p:cNvSpPr/>
          <p:nvPr>
            <p:custDataLst>
              <p:tags r:id="rId7"/>
            </p:custDataLst>
          </p:nvPr>
        </p:nvSpPr>
        <p:spPr>
          <a:xfrm rot="16200000">
            <a:off x="4759187" y="1728204"/>
            <a:ext cx="2673626" cy="152400"/>
          </a:xfrm>
          <a:prstGeom prst="rect">
            <a:avLst/>
          </a:prstGeom>
          <a:solidFill>
            <a:schemeClr val="lt1"/>
          </a:solidFill>
          <a:ln>
            <a:noFill/>
          </a:ln>
          <a:effectLst>
            <a:outerShdw blurRad="3429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custDataLst>
              <p:tags r:id="rId8"/>
            </p:custDataLst>
          </p:nvPr>
        </p:nvSpPr>
        <p:spPr>
          <a:xfrm>
            <a:off x="4999759" y="495728"/>
            <a:ext cx="1020041" cy="1014730"/>
          </a:xfrm>
          <a:prstGeom prst="rect">
            <a:avLst/>
          </a:prstGeom>
          <a:noFill/>
        </p:spPr>
        <p:txBody>
          <a:bodyPr wrap="square" rtlCol="0">
            <a:spAutoFit/>
          </a:bodyPr>
          <a:lstStyle/>
          <a:p>
            <a:r>
              <a:rPr lang="en-US" altLang="zh-CN" sz="6000" dirty="0">
                <a:solidFill>
                  <a:schemeClr val="lt1">
                    <a:lumMod val="50000"/>
                  </a:schemeClr>
                </a:solidFill>
                <a:latin typeface="微软雅黑" panose="020B0503020204020204" pitchFamily="34" charset="-122"/>
                <a:ea typeface="微软雅黑" panose="020B0503020204020204" pitchFamily="34" charset="-122"/>
                <a:cs typeface="+mn-ea"/>
                <a:sym typeface="+mn-lt"/>
              </a:rPr>
              <a:t>Ⅰ</a:t>
            </a:r>
            <a:endParaRPr lang="en-US" altLang="zh-CN" sz="6000" dirty="0">
              <a:solidFill>
                <a:schemeClr val="lt1">
                  <a:lumMod val="50000"/>
                </a:schemeClr>
              </a:solidFill>
              <a:latin typeface="微软雅黑" panose="020B0503020204020204" pitchFamily="34" charset="-122"/>
              <a:ea typeface="微软雅黑" panose="020B0503020204020204" pitchFamily="34" charset="-122"/>
              <a:cs typeface="+mn-ea"/>
              <a:sym typeface="+mn-lt"/>
            </a:endParaRPr>
          </a:p>
        </p:txBody>
      </p:sp>
      <p:sp>
        <p:nvSpPr>
          <p:cNvPr id="11" name="文本框 10"/>
          <p:cNvSpPr txBox="1"/>
          <p:nvPr>
            <p:custDataLst>
              <p:tags r:id="rId9"/>
            </p:custDataLst>
          </p:nvPr>
        </p:nvSpPr>
        <p:spPr>
          <a:xfrm>
            <a:off x="6399934" y="467591"/>
            <a:ext cx="1020041" cy="1014730"/>
          </a:xfrm>
          <a:prstGeom prst="rect">
            <a:avLst/>
          </a:prstGeom>
          <a:noFill/>
        </p:spPr>
        <p:txBody>
          <a:bodyPr wrap="square" rtlCol="0">
            <a:spAutoFit/>
          </a:bodyPr>
          <a:lstStyle/>
          <a:p>
            <a:r>
              <a:rPr lang="en-US" altLang="zh-CN" sz="6000" dirty="0">
                <a:solidFill>
                  <a:schemeClr val="lt1">
                    <a:lumMod val="50000"/>
                  </a:schemeClr>
                </a:solidFill>
                <a:latin typeface="微软雅黑" panose="020B0503020204020204" pitchFamily="34" charset="-122"/>
                <a:ea typeface="微软雅黑" panose="020B0503020204020204" pitchFamily="34" charset="-122"/>
                <a:cs typeface="+mn-ea"/>
                <a:sym typeface="+mn-lt"/>
              </a:rPr>
              <a:t>Ⅱ</a:t>
            </a:r>
            <a:endParaRPr lang="en-US" altLang="zh-CN" sz="6000" dirty="0">
              <a:solidFill>
                <a:schemeClr val="lt1">
                  <a:lumMod val="50000"/>
                </a:schemeClr>
              </a:solidFill>
              <a:latin typeface="微软雅黑" panose="020B0503020204020204" pitchFamily="34" charset="-122"/>
              <a:ea typeface="微软雅黑" panose="020B0503020204020204" pitchFamily="34" charset="-122"/>
              <a:cs typeface="+mn-ea"/>
              <a:sym typeface="+mn-lt"/>
            </a:endParaRPr>
          </a:p>
        </p:txBody>
      </p:sp>
      <p:sp>
        <p:nvSpPr>
          <p:cNvPr id="12" name="文本框 11"/>
          <p:cNvSpPr txBox="1"/>
          <p:nvPr>
            <p:custDataLst>
              <p:tags r:id="rId10"/>
            </p:custDataLst>
          </p:nvPr>
        </p:nvSpPr>
        <p:spPr>
          <a:xfrm>
            <a:off x="4993697" y="1880321"/>
            <a:ext cx="1020041" cy="1014730"/>
          </a:xfrm>
          <a:prstGeom prst="rect">
            <a:avLst/>
          </a:prstGeom>
          <a:noFill/>
        </p:spPr>
        <p:txBody>
          <a:bodyPr wrap="square" rtlCol="0">
            <a:spAutoFit/>
          </a:bodyPr>
          <a:lstStyle/>
          <a:p>
            <a:r>
              <a:rPr lang="en-US" altLang="zh-CN" sz="6000" dirty="0">
                <a:solidFill>
                  <a:schemeClr val="lt1">
                    <a:lumMod val="50000"/>
                  </a:schemeClr>
                </a:solidFill>
                <a:latin typeface="微软雅黑" panose="020B0503020204020204" pitchFamily="34" charset="-122"/>
                <a:ea typeface="微软雅黑" panose="020B0503020204020204" pitchFamily="34" charset="-122"/>
                <a:cs typeface="+mn-ea"/>
                <a:sym typeface="+mn-lt"/>
              </a:rPr>
              <a:t>Ⅲ</a:t>
            </a:r>
            <a:endParaRPr lang="en-US" altLang="zh-CN" sz="6000" dirty="0">
              <a:solidFill>
                <a:schemeClr val="lt1">
                  <a:lumMod val="50000"/>
                </a:schemeClr>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custDataLst>
              <p:tags r:id="rId11"/>
            </p:custDataLst>
          </p:nvPr>
        </p:nvSpPr>
        <p:spPr>
          <a:xfrm>
            <a:off x="6489990" y="1883483"/>
            <a:ext cx="1020041" cy="1014730"/>
          </a:xfrm>
          <a:prstGeom prst="rect">
            <a:avLst/>
          </a:prstGeom>
          <a:noFill/>
        </p:spPr>
        <p:txBody>
          <a:bodyPr wrap="square" rtlCol="0">
            <a:spAutoFit/>
          </a:bodyPr>
          <a:lstStyle/>
          <a:p>
            <a:r>
              <a:rPr lang="en-US" altLang="zh-CN" sz="6000" dirty="0">
                <a:solidFill>
                  <a:schemeClr val="lt1">
                    <a:lumMod val="50000"/>
                  </a:schemeClr>
                </a:solidFill>
                <a:latin typeface="微软雅黑" panose="020B0503020204020204" pitchFamily="34" charset="-122"/>
                <a:ea typeface="微软雅黑" panose="020B0503020204020204" pitchFamily="34" charset="-122"/>
                <a:cs typeface="+mn-ea"/>
                <a:sym typeface="+mn-lt"/>
              </a:rPr>
              <a:t>Ⅳ</a:t>
            </a:r>
            <a:endParaRPr lang="en-US" altLang="zh-CN" sz="6000" dirty="0">
              <a:solidFill>
                <a:schemeClr val="lt1">
                  <a:lumMod val="50000"/>
                </a:schemeClr>
              </a:solidFill>
              <a:latin typeface="微软雅黑" panose="020B0503020204020204" pitchFamily="34" charset="-122"/>
              <a:ea typeface="微软雅黑" panose="020B0503020204020204" pitchFamily="34" charset="-122"/>
              <a:cs typeface="+mn-ea"/>
              <a:sym typeface="+mn-lt"/>
            </a:endParaRPr>
          </a:p>
        </p:txBody>
      </p:sp>
      <p:sp>
        <p:nvSpPr>
          <p:cNvPr id="14" name="文本框 13"/>
          <p:cNvSpPr txBox="1"/>
          <p:nvPr>
            <p:custDataLst>
              <p:tags r:id="rId12"/>
            </p:custDataLst>
          </p:nvPr>
        </p:nvSpPr>
        <p:spPr>
          <a:xfrm>
            <a:off x="1456267" y="539770"/>
            <a:ext cx="2710490" cy="860425"/>
          </a:xfrm>
          <a:prstGeom prst="rect">
            <a:avLst/>
          </a:prstGeom>
          <a:noFill/>
        </p:spPr>
        <p:txBody>
          <a:bodyPr wrap="square" rtlCol="0">
            <a:spAutoFit/>
          </a:bodyPr>
          <a:lstStyle/>
          <a:p>
            <a:pPr algn="just">
              <a:lnSpc>
                <a:spcPts val="3000"/>
              </a:lnSpc>
            </a:pPr>
            <a:r>
              <a:rPr lang="zh-CN" altLang="en-US"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电动车</a:t>
            </a:r>
            <a:r>
              <a:rPr lang="en-US" altLang="zh-CN"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(two_wheeler)</a:t>
            </a:r>
            <a:r>
              <a:rPr lang="zh-CN" altLang="en-US"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类共有</a:t>
            </a:r>
            <a:r>
              <a:rPr lang="en-US" altLang="zh-CN"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3604</a:t>
            </a:r>
            <a:r>
              <a:rPr lang="zh-CN" altLang="en-US"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个。</a:t>
            </a:r>
            <a:endParaRPr lang="zh-CN" altLang="en-US"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5" name="文本框 14"/>
          <p:cNvSpPr txBox="1"/>
          <p:nvPr>
            <p:custDataLst>
              <p:tags r:id="rId13"/>
            </p:custDataLst>
          </p:nvPr>
        </p:nvSpPr>
        <p:spPr>
          <a:xfrm>
            <a:off x="1338605" y="2110604"/>
            <a:ext cx="2828151" cy="860425"/>
          </a:xfrm>
          <a:prstGeom prst="rect">
            <a:avLst/>
          </a:prstGeom>
          <a:noFill/>
        </p:spPr>
        <p:txBody>
          <a:bodyPr wrap="square" rtlCol="0">
            <a:spAutoFit/>
          </a:bodyPr>
          <a:lstStyle/>
          <a:p>
            <a:pPr>
              <a:lnSpc>
                <a:spcPts val="3000"/>
              </a:lnSpc>
            </a:pPr>
            <a:r>
              <a:rPr lang="zh-CN" altLang="en-US" sz="1600" dirty="0">
                <a:solidFill>
                  <a:schemeClr val="lt1">
                    <a:lumMod val="50000"/>
                  </a:schemeClr>
                </a:solidFill>
                <a:latin typeface="微软雅黑" panose="020B0503020204020204" pitchFamily="34" charset="-122"/>
                <a:ea typeface="微软雅黑" panose="020B0503020204020204" pitchFamily="34" charset="-122"/>
                <a:cs typeface="+mn-ea"/>
                <a:sym typeface="+mn-lt"/>
              </a:rPr>
              <a:t>数据集中未佩戴头盔类实例较少，类别不均衡。</a:t>
            </a:r>
            <a:endParaRPr lang="zh-CN" altLang="en-US" sz="1600" dirty="0">
              <a:solidFill>
                <a:schemeClr val="lt1">
                  <a:lumMod val="50000"/>
                </a:schemeClr>
              </a:solidFill>
              <a:latin typeface="微软雅黑" panose="020B0503020204020204" pitchFamily="34" charset="-122"/>
              <a:ea typeface="微软雅黑" panose="020B0503020204020204" pitchFamily="34" charset="-122"/>
              <a:cs typeface="+mn-ea"/>
              <a:sym typeface="+mn-lt"/>
            </a:endParaRPr>
          </a:p>
        </p:txBody>
      </p:sp>
      <p:sp>
        <p:nvSpPr>
          <p:cNvPr id="16" name="文本框 15"/>
          <p:cNvSpPr txBox="1"/>
          <p:nvPr>
            <p:custDataLst>
              <p:tags r:id="rId14"/>
            </p:custDataLst>
          </p:nvPr>
        </p:nvSpPr>
        <p:spPr>
          <a:xfrm>
            <a:off x="7866781" y="1980333"/>
            <a:ext cx="2963046" cy="1245235"/>
          </a:xfrm>
          <a:prstGeom prst="rect">
            <a:avLst/>
          </a:prstGeom>
          <a:noFill/>
        </p:spPr>
        <p:txBody>
          <a:bodyPr wrap="square" rtlCol="0">
            <a:spAutoFit/>
          </a:bodyPr>
          <a:lstStyle/>
          <a:p>
            <a:pPr>
              <a:lnSpc>
                <a:spcPts val="3000"/>
              </a:lnSpc>
            </a:pPr>
            <a:r>
              <a:rPr lang="zh-CN" altLang="en-US"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存在较多的小目标，占比约为</a:t>
            </a:r>
            <a:r>
              <a:rPr lang="en-US" altLang="zh-CN"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44.52%</a:t>
            </a:r>
            <a:r>
              <a:rPr lang="zh-CN" altLang="en-US"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；并且道路交通背景复杂，骑手头部被遮挡情况较多。</a:t>
            </a:r>
            <a:endParaRPr lang="zh-CN" altLang="en-US"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7" name="文本框 16"/>
          <p:cNvSpPr txBox="1"/>
          <p:nvPr>
            <p:custDataLst>
              <p:tags r:id="rId15"/>
            </p:custDataLst>
          </p:nvPr>
        </p:nvSpPr>
        <p:spPr>
          <a:xfrm>
            <a:off x="7866781" y="368026"/>
            <a:ext cx="2699619" cy="1245235"/>
          </a:xfrm>
          <a:prstGeom prst="rect">
            <a:avLst/>
          </a:prstGeom>
          <a:noFill/>
        </p:spPr>
        <p:txBody>
          <a:bodyPr wrap="square" rtlCol="0">
            <a:spAutoFit/>
          </a:bodyPr>
          <a:lstStyle/>
          <a:p>
            <a:pPr algn="just">
              <a:lnSpc>
                <a:spcPts val="3000"/>
              </a:lnSpc>
            </a:pPr>
            <a:r>
              <a:rPr lang="zh-CN" altLang="en-US"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佩戴头盔</a:t>
            </a:r>
            <a:r>
              <a:rPr lang="en-US" altLang="zh-CN"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(helmet)</a:t>
            </a:r>
            <a:r>
              <a:rPr lang="zh-CN" altLang="en-US"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类共 </a:t>
            </a:r>
            <a:r>
              <a:rPr lang="en-US" altLang="zh-CN"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3087</a:t>
            </a:r>
            <a:r>
              <a:rPr lang="zh-CN" altLang="en-US"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个，未佩戴头盔</a:t>
            </a:r>
            <a:r>
              <a:rPr lang="en-US" altLang="zh-CN"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(without)</a:t>
            </a:r>
            <a:r>
              <a:rPr lang="zh-CN" altLang="en-US"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类共</a:t>
            </a:r>
            <a:r>
              <a:rPr lang="en-US" altLang="zh-CN"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1760</a:t>
            </a:r>
            <a:r>
              <a:rPr lang="zh-CN" altLang="en-US"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个。</a:t>
            </a:r>
            <a:endParaRPr lang="zh-CN" altLang="en-US" sz="1600"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9" name="文本框 18"/>
          <p:cNvSpPr txBox="1"/>
          <p:nvPr/>
        </p:nvSpPr>
        <p:spPr>
          <a:xfrm>
            <a:off x="6799363" y="3545819"/>
            <a:ext cx="1478146" cy="398780"/>
          </a:xfrm>
          <a:prstGeom prst="rect">
            <a:avLst/>
          </a:prstGeom>
          <a:noFill/>
        </p:spPr>
        <p:txBody>
          <a:bodyPr wrap="square" rtlCol="0">
            <a:spAutoFit/>
          </a:bodyPr>
          <a:lstStyle/>
          <a:p>
            <a:pPr algn="ctr"/>
            <a:r>
              <a:rPr lang="zh-CN" altLang="en-US" sz="2000" b="1" dirty="0">
                <a:solidFill>
                  <a:srgbClr val="000000"/>
                </a:solidFill>
                <a:latin typeface="微软雅黑" panose="020B0503020204020204" pitchFamily="34" charset="-122"/>
                <a:ea typeface="微软雅黑" panose="020B0503020204020204" pitchFamily="34" charset="-122"/>
                <a:cs typeface="+mn-ea"/>
                <a:sym typeface="+mn-lt"/>
              </a:rPr>
              <a:t>数据集分析</a:t>
            </a:r>
            <a:endParaRPr lang="zh-CN" altLang="en-US" sz="2000" b="1" dirty="0">
              <a:solidFill>
                <a:srgbClr val="000000"/>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nvPicPr>
        <p:blipFill>
          <a:blip r:embed="rId16"/>
          <a:stretch>
            <a:fillRect/>
          </a:stretch>
        </p:blipFill>
        <p:spPr>
          <a:xfrm>
            <a:off x="5584080" y="3876082"/>
            <a:ext cx="3908712" cy="2486189"/>
          </a:xfrm>
          <a:prstGeom prst="rect">
            <a:avLst/>
          </a:prstGeom>
        </p:spPr>
      </p:pic>
    </p:spTree>
    <p:custDataLst>
      <p:tags r:id="rId1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000"/>
                                        <p:tgtEl>
                                          <p:spTgt spid="17"/>
                                        </p:tgtEl>
                                      </p:cBhvr>
                                    </p:animEffect>
                                    <p:anim calcmode="lin" valueType="num">
                                      <p:cBhvr>
                                        <p:cTn id="23" dur="1000" fill="hold"/>
                                        <p:tgtEl>
                                          <p:spTgt spid="17"/>
                                        </p:tgtEl>
                                        <p:attrNameLst>
                                          <p:attrName>ppt_x</p:attrName>
                                        </p:attrNameLst>
                                      </p:cBhvr>
                                      <p:tavLst>
                                        <p:tav tm="0">
                                          <p:val>
                                            <p:strVal val="#ppt_x"/>
                                          </p:val>
                                        </p:tav>
                                        <p:tav tm="100000">
                                          <p:val>
                                            <p:strVal val="#ppt_x"/>
                                          </p:val>
                                        </p:tav>
                                      </p:tavLst>
                                    </p:anim>
                                    <p:anim calcmode="lin" valueType="num">
                                      <p:cBhvr>
                                        <p:cTn id="24" dur="1000" fill="hold"/>
                                        <p:tgtEl>
                                          <p:spTgt spid="17"/>
                                        </p:tgtEl>
                                        <p:attrNameLst>
                                          <p:attrName>ppt_y</p:attrName>
                                        </p:attrNameLst>
                                      </p:cBhvr>
                                      <p:tavLst>
                                        <p:tav tm="0">
                                          <p:val>
                                            <p:strVal val="#ppt_y+.1"/>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 name="组合 1"/>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3"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7" name="等腰三角形 6"/>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4" name="矩形 3"/>
          <p:cNvSpPr/>
          <p:nvPr>
            <p:custDataLst>
              <p:tags r:id="rId5"/>
            </p:custDataLst>
          </p:nvPr>
        </p:nvSpPr>
        <p:spPr>
          <a:xfrm>
            <a:off x="1089007" y="2019195"/>
            <a:ext cx="10106893" cy="4048990"/>
          </a:xfrm>
          <a:prstGeom prst="rect">
            <a:avLst/>
          </a:prstGeom>
          <a:solidFill>
            <a:schemeClr val="lt1"/>
          </a:solidFill>
          <a:ln>
            <a:noFill/>
          </a:ln>
          <a:effectLst>
            <a:outerShdw blurRad="228600" dist="63500" sx="102000" sy="102000" algn="ctr" rotWithShape="0">
              <a:schemeClr val="dk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custDataLst>
              <p:tags r:id="rId6"/>
            </p:custDataLst>
          </p:nvPr>
        </p:nvSpPr>
        <p:spPr>
          <a:xfrm>
            <a:off x="5785785" y="3377046"/>
            <a:ext cx="5120898" cy="2014855"/>
          </a:xfrm>
          <a:prstGeom prst="rect">
            <a:avLst/>
          </a:prstGeom>
          <a:noFill/>
        </p:spPr>
        <p:txBody>
          <a:bodyPr wrap="square" rtlCol="0">
            <a:spAutoFit/>
          </a:bodyPr>
          <a:lstStyle/>
          <a:p>
            <a:pPr>
              <a:lnSpc>
                <a:spcPts val="3000"/>
              </a:lnSpc>
            </a:pPr>
            <a:r>
              <a:rPr lang="zh-CN" altLang="en-US" dirty="0">
                <a:solidFill>
                  <a:schemeClr val="lt2">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本设计采用了</a:t>
            </a:r>
            <a:r>
              <a:rPr lang="en-US" altLang="zh-CN" dirty="0">
                <a:solidFill>
                  <a:schemeClr val="lt2">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Mosaic-9</a:t>
            </a:r>
            <a:r>
              <a:rPr lang="zh-CN" altLang="en-US" dirty="0">
                <a:solidFill>
                  <a:schemeClr val="lt2">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数据增强方法，将</a:t>
            </a:r>
            <a:r>
              <a:rPr lang="en-US" altLang="zh-CN" dirty="0">
                <a:solidFill>
                  <a:schemeClr val="lt2">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9</a:t>
            </a:r>
            <a:r>
              <a:rPr lang="zh-CN" altLang="en-US" dirty="0">
                <a:solidFill>
                  <a:schemeClr val="lt2">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张图片随机缩放、翻转、调整色域等，然后拼接起来。在实际应用中，数据增强是一种简单有效的方法，可用于解决数据不足和数据不均衡等问题，提高模型的表现和泛化能力。</a:t>
            </a:r>
            <a:endParaRPr lang="zh-CN" altLang="en-US" dirty="0">
              <a:solidFill>
                <a:schemeClr val="lt2">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1" name="文本框 10"/>
          <p:cNvSpPr txBox="1"/>
          <p:nvPr/>
        </p:nvSpPr>
        <p:spPr>
          <a:xfrm>
            <a:off x="5785785" y="2708749"/>
            <a:ext cx="2915155" cy="829945"/>
          </a:xfrm>
          <a:prstGeom prst="rect">
            <a:avLst/>
          </a:prstGeom>
          <a:noFill/>
        </p:spPr>
        <p:txBody>
          <a:bodyPr wrap="square" rtlCol="0">
            <a:spAutoFit/>
          </a:bodyPr>
          <a:lstStyle/>
          <a:p>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Mosaic-9 </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数据增强</a:t>
            </a:r>
            <a:endPar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3" name="箭头: V 形 12"/>
          <p:cNvSpPr/>
          <p:nvPr>
            <p:custDataLst>
              <p:tags r:id="rId7"/>
            </p:custDataLst>
          </p:nvPr>
        </p:nvSpPr>
        <p:spPr>
          <a:xfrm>
            <a:off x="8825230" y="1826895"/>
            <a:ext cx="412115" cy="32893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F74A1"/>
              </a:solidFill>
              <a:latin typeface="微软雅黑" panose="020B0503020204020204" pitchFamily="34" charset="-122"/>
              <a:ea typeface="微软雅黑" panose="020B0503020204020204" pitchFamily="34" charset="-122"/>
              <a:cs typeface="+mn-ea"/>
              <a:sym typeface="+mn-lt"/>
            </a:endParaRPr>
          </a:p>
        </p:txBody>
      </p:sp>
      <p:sp>
        <p:nvSpPr>
          <p:cNvPr id="14" name="箭头: V 形 13"/>
          <p:cNvSpPr/>
          <p:nvPr>
            <p:custDataLst>
              <p:tags r:id="rId8"/>
            </p:custDataLst>
          </p:nvPr>
        </p:nvSpPr>
        <p:spPr>
          <a:xfrm>
            <a:off x="9160510" y="1826895"/>
            <a:ext cx="412115" cy="32893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F74A1"/>
              </a:solidFill>
              <a:latin typeface="微软雅黑" panose="020B0503020204020204" pitchFamily="34" charset="-122"/>
              <a:ea typeface="微软雅黑" panose="020B0503020204020204" pitchFamily="34" charset="-122"/>
              <a:cs typeface="+mn-ea"/>
              <a:sym typeface="+mn-lt"/>
            </a:endParaRPr>
          </a:p>
        </p:txBody>
      </p:sp>
      <p:sp>
        <p:nvSpPr>
          <p:cNvPr id="15" name="箭头: V 形 14"/>
          <p:cNvSpPr/>
          <p:nvPr>
            <p:custDataLst>
              <p:tags r:id="rId9"/>
            </p:custDataLst>
          </p:nvPr>
        </p:nvSpPr>
        <p:spPr>
          <a:xfrm>
            <a:off x="9491980" y="1835150"/>
            <a:ext cx="412115" cy="32893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F74A1"/>
              </a:solidFill>
              <a:latin typeface="微软雅黑" panose="020B0503020204020204" pitchFamily="34" charset="-122"/>
              <a:ea typeface="微软雅黑" panose="020B0503020204020204" pitchFamily="34" charset="-122"/>
              <a:cs typeface="+mn-ea"/>
              <a:sym typeface="+mn-lt"/>
            </a:endParaRPr>
          </a:p>
        </p:txBody>
      </p:sp>
      <p:sp>
        <p:nvSpPr>
          <p:cNvPr id="16" name="箭头: V 形 15"/>
          <p:cNvSpPr/>
          <p:nvPr>
            <p:custDataLst>
              <p:tags r:id="rId10"/>
            </p:custDataLst>
          </p:nvPr>
        </p:nvSpPr>
        <p:spPr>
          <a:xfrm>
            <a:off x="9827895" y="1835150"/>
            <a:ext cx="412115" cy="32893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F74A1"/>
              </a:solidFill>
              <a:latin typeface="微软雅黑" panose="020B0503020204020204" pitchFamily="34" charset="-122"/>
              <a:ea typeface="微软雅黑" panose="020B0503020204020204" pitchFamily="34" charset="-122"/>
              <a:cs typeface="+mn-ea"/>
              <a:sym typeface="+mn-lt"/>
            </a:endParaRPr>
          </a:p>
        </p:txBody>
      </p:sp>
      <p:sp>
        <p:nvSpPr>
          <p:cNvPr id="18" name="箭头: V 形 17"/>
          <p:cNvSpPr/>
          <p:nvPr>
            <p:custDataLst>
              <p:tags r:id="rId11"/>
            </p:custDataLst>
          </p:nvPr>
        </p:nvSpPr>
        <p:spPr>
          <a:xfrm>
            <a:off x="10193020" y="426085"/>
            <a:ext cx="412115" cy="328930"/>
          </a:xfrm>
          <a:prstGeom prst="chevron">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F74A1"/>
              </a:solidFill>
              <a:latin typeface="微软雅黑" panose="020B0503020204020204" pitchFamily="34" charset="-122"/>
              <a:ea typeface="微软雅黑" panose="020B0503020204020204" pitchFamily="34" charset="-122"/>
              <a:cs typeface="+mn-ea"/>
              <a:sym typeface="+mn-lt"/>
            </a:endParaRPr>
          </a:p>
        </p:txBody>
      </p:sp>
      <p:sp>
        <p:nvSpPr>
          <p:cNvPr id="19" name="箭头: V 形 18"/>
          <p:cNvSpPr/>
          <p:nvPr>
            <p:custDataLst>
              <p:tags r:id="rId12"/>
            </p:custDataLst>
          </p:nvPr>
        </p:nvSpPr>
        <p:spPr>
          <a:xfrm>
            <a:off x="10528935" y="426085"/>
            <a:ext cx="412115" cy="328930"/>
          </a:xfrm>
          <a:prstGeom prst="chevron">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F74A1"/>
              </a:solidFill>
              <a:latin typeface="微软雅黑" panose="020B0503020204020204" pitchFamily="34" charset="-122"/>
              <a:ea typeface="微软雅黑" panose="020B0503020204020204" pitchFamily="34" charset="-122"/>
              <a:cs typeface="+mn-ea"/>
              <a:sym typeface="+mn-lt"/>
            </a:endParaRPr>
          </a:p>
        </p:txBody>
      </p:sp>
      <p:sp>
        <p:nvSpPr>
          <p:cNvPr id="20" name="箭头: V 形 19"/>
          <p:cNvSpPr/>
          <p:nvPr>
            <p:custDataLst>
              <p:tags r:id="rId13"/>
            </p:custDataLst>
          </p:nvPr>
        </p:nvSpPr>
        <p:spPr>
          <a:xfrm>
            <a:off x="10860405" y="434975"/>
            <a:ext cx="412115" cy="328930"/>
          </a:xfrm>
          <a:prstGeom prst="chevron">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F74A1"/>
              </a:solidFill>
              <a:latin typeface="微软雅黑" panose="020B0503020204020204" pitchFamily="34" charset="-122"/>
              <a:ea typeface="微软雅黑" panose="020B0503020204020204" pitchFamily="34" charset="-122"/>
              <a:cs typeface="+mn-ea"/>
              <a:sym typeface="+mn-lt"/>
            </a:endParaRPr>
          </a:p>
        </p:txBody>
      </p:sp>
      <p:sp>
        <p:nvSpPr>
          <p:cNvPr id="21" name="箭头: V 形 20"/>
          <p:cNvSpPr/>
          <p:nvPr>
            <p:custDataLst>
              <p:tags r:id="rId14"/>
            </p:custDataLst>
          </p:nvPr>
        </p:nvSpPr>
        <p:spPr>
          <a:xfrm>
            <a:off x="11195685" y="434975"/>
            <a:ext cx="412115" cy="328930"/>
          </a:xfrm>
          <a:prstGeom prst="chevron">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F74A1"/>
              </a:solidFill>
              <a:latin typeface="微软雅黑" panose="020B0503020204020204" pitchFamily="34" charset="-122"/>
              <a:ea typeface="微软雅黑" panose="020B0503020204020204" pitchFamily="34" charset="-122"/>
              <a:cs typeface="+mn-ea"/>
              <a:sym typeface="+mn-lt"/>
            </a:endParaRPr>
          </a:p>
        </p:txBody>
      </p:sp>
      <p:pic>
        <p:nvPicPr>
          <p:cNvPr id="23" name="图片 22"/>
          <p:cNvPicPr>
            <a:picLocks noChangeAspect="1"/>
          </p:cNvPicPr>
          <p:nvPr/>
        </p:nvPicPr>
        <p:blipFill>
          <a:blip r:embed="rId15"/>
          <a:stretch>
            <a:fillRect/>
          </a:stretch>
        </p:blipFill>
        <p:spPr>
          <a:xfrm>
            <a:off x="1419078" y="680896"/>
            <a:ext cx="4198871" cy="4178939"/>
          </a:xfrm>
          <a:prstGeom prst="rect">
            <a:avLst/>
          </a:prstGeom>
        </p:spPr>
      </p:pic>
    </p:spTree>
    <p:custDataLst>
      <p:tags r:id="rId1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组合 12"/>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2"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7" name="等腰三角形 6"/>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4" name="矩形 3"/>
          <p:cNvSpPr/>
          <p:nvPr>
            <p:custDataLst>
              <p:tags r:id="rId5"/>
            </p:custDataLst>
          </p:nvPr>
        </p:nvSpPr>
        <p:spPr>
          <a:xfrm>
            <a:off x="845074" y="778140"/>
            <a:ext cx="5504557" cy="5425280"/>
          </a:xfrm>
          <a:prstGeom prst="rect">
            <a:avLst/>
          </a:prstGeom>
          <a:solidFill>
            <a:schemeClr val="lt1"/>
          </a:solidFill>
          <a:ln>
            <a:noFill/>
          </a:ln>
          <a:effectLst>
            <a:outerShdw blurRad="228600" dist="63500" sx="102000" sy="102000" algn="ctr" rotWithShape="0">
              <a:schemeClr val="dk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14" name="文本框 13"/>
          <p:cNvSpPr txBox="1"/>
          <p:nvPr>
            <p:custDataLst>
              <p:tags r:id="rId6"/>
            </p:custDataLst>
          </p:nvPr>
        </p:nvSpPr>
        <p:spPr>
          <a:xfrm>
            <a:off x="6766487" y="1949328"/>
            <a:ext cx="4580439" cy="2976880"/>
          </a:xfrm>
          <a:prstGeom prst="rect">
            <a:avLst/>
          </a:prstGeom>
          <a:noFill/>
        </p:spPr>
        <p:txBody>
          <a:bodyPr wrap="square" rtlCol="0">
            <a:spAutoFit/>
          </a:bodyPr>
          <a:lstStyle/>
          <a:p>
            <a:pPr algn="just">
              <a:lnSpc>
                <a:spcPts val="2500"/>
              </a:lnSpc>
            </a:pP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在目标检测中，我们通常使用边界框来表示物体的位置和尺寸。而</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mAP</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衡量了模型在预测这些边界框时的准确度。</a:t>
            </a:r>
            <a:endPar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just">
              <a:lnSpc>
                <a:spcPts val="2500"/>
              </a:lnSpc>
            </a:pPr>
            <a:endPar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just">
              <a:lnSpc>
                <a:spcPts val="2500"/>
              </a:lnSpc>
            </a:pP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mAP_50</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即</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在</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50%</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交并比</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(IoU)</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阈值下的平均准确率</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，是所有类别在</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50%IoU</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阈值下</a:t>
            </a:r>
            <a:r>
              <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AP</a:t>
            </a: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分数的平均值。</a:t>
            </a:r>
            <a:endPar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just">
              <a:lnSpc>
                <a:spcPts val="2500"/>
              </a:lnSpc>
            </a:pPr>
            <a:endParaRPr lang="en-US" altLang="zh-CN"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just">
              <a:lnSpc>
                <a:spcPts val="2500"/>
              </a:lnSpc>
            </a:pPr>
            <a:r>
              <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改进后的模型具有更高的边界框预测准确性。</a:t>
            </a:r>
            <a:endParaRPr lang="zh-CN" altLang="en-US"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6" name="文本框 15"/>
          <p:cNvSpPr txBox="1"/>
          <p:nvPr>
            <p:custDataLst>
              <p:tags r:id="rId7"/>
            </p:custDataLst>
          </p:nvPr>
        </p:nvSpPr>
        <p:spPr>
          <a:xfrm>
            <a:off x="8233431" y="778140"/>
            <a:ext cx="1646550" cy="953135"/>
          </a:xfrm>
          <a:prstGeom prst="rect">
            <a:avLst/>
          </a:prstGeom>
          <a:noFill/>
        </p:spPr>
        <p:txBody>
          <a:bodyPr wrap="square" rtlCol="0">
            <a:spAutoFit/>
          </a:bodyPr>
          <a:lstStyle/>
          <a:p>
            <a:r>
              <a:rPr lang="en-US" altLang="zh-CN" sz="2800" b="1" dirty="0">
                <a:solidFill>
                  <a:schemeClr val="lt1">
                    <a:lumMod val="50000"/>
                  </a:schemeClr>
                </a:solidFill>
                <a:latin typeface="微软雅黑" panose="020B0503020204020204" pitchFamily="34" charset="-122"/>
                <a:ea typeface="微软雅黑" panose="020B0503020204020204" pitchFamily="34" charset="-122"/>
                <a:cs typeface="+mn-ea"/>
                <a:sym typeface="+mn-lt"/>
              </a:rPr>
              <a:t>mAP_50</a:t>
            </a:r>
            <a:endParaRPr lang="en-US" altLang="zh-CN" sz="2800" b="1" dirty="0">
              <a:solidFill>
                <a:schemeClr val="lt1">
                  <a:lumMod val="50000"/>
                </a:schemeClr>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8"/>
          <a:stretch>
            <a:fillRect/>
          </a:stretch>
        </p:blipFill>
        <p:spPr>
          <a:xfrm>
            <a:off x="993775" y="1351280"/>
            <a:ext cx="5207635" cy="4156075"/>
          </a:xfrm>
          <a:prstGeom prst="rect">
            <a:avLst/>
          </a:prstGeom>
        </p:spPr>
      </p:pic>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组合 12"/>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2"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7" name="等腰三角形 6"/>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4" name="矩形 3"/>
          <p:cNvSpPr/>
          <p:nvPr>
            <p:custDataLst>
              <p:tags r:id="rId5"/>
            </p:custDataLst>
          </p:nvPr>
        </p:nvSpPr>
        <p:spPr>
          <a:xfrm>
            <a:off x="845074" y="778140"/>
            <a:ext cx="5504557" cy="5425280"/>
          </a:xfrm>
          <a:prstGeom prst="rect">
            <a:avLst/>
          </a:prstGeom>
          <a:solidFill>
            <a:schemeClr val="lt1"/>
          </a:solidFill>
          <a:ln>
            <a:noFill/>
          </a:ln>
          <a:effectLst>
            <a:outerShdw blurRad="228600" dist="63500" sx="102000" sy="102000" algn="ctr" rotWithShape="0">
              <a:schemeClr val="dk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16" name="文本框 15"/>
          <p:cNvSpPr txBox="1"/>
          <p:nvPr>
            <p:custDataLst>
              <p:tags r:id="rId6"/>
            </p:custDataLst>
          </p:nvPr>
        </p:nvSpPr>
        <p:spPr>
          <a:xfrm>
            <a:off x="7494270" y="777875"/>
            <a:ext cx="3385185" cy="521970"/>
          </a:xfrm>
          <a:prstGeom prst="rect">
            <a:avLst/>
          </a:prstGeom>
          <a:noFill/>
        </p:spPr>
        <p:txBody>
          <a:bodyPr wrap="square" rtlCol="0">
            <a:spAutoFit/>
          </a:bodyPr>
          <a:lstStyle/>
          <a:p>
            <a:r>
              <a:rPr lang="en-US" altLang="zh-CN" sz="2800" b="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YOLOv5</a:t>
            </a:r>
            <a:r>
              <a:rPr lang="zh-CN" altLang="en-US" sz="2800" b="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模型指标</a:t>
            </a:r>
            <a:endParaRPr lang="zh-CN" altLang="en-US" sz="2800" b="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pic>
        <p:nvPicPr>
          <p:cNvPr id="2" name="图片 -2147482570" descr="results"/>
          <p:cNvPicPr>
            <a:picLocks noChangeAspect="1"/>
          </p:cNvPicPr>
          <p:nvPr/>
        </p:nvPicPr>
        <p:blipFill>
          <a:blip r:embed="rId7"/>
          <a:stretch>
            <a:fillRect/>
          </a:stretch>
        </p:blipFill>
        <p:spPr>
          <a:xfrm>
            <a:off x="991870" y="2129790"/>
            <a:ext cx="5233035" cy="2772410"/>
          </a:xfrm>
          <a:prstGeom prst="rect">
            <a:avLst/>
          </a:prstGeom>
          <a:noFill/>
          <a:ln w="9525">
            <a:noFill/>
          </a:ln>
        </p:spPr>
      </p:pic>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组合 12"/>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2"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7" name="等腰三角形 6"/>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4" name="矩形 3"/>
          <p:cNvSpPr/>
          <p:nvPr>
            <p:custDataLst>
              <p:tags r:id="rId5"/>
            </p:custDataLst>
          </p:nvPr>
        </p:nvSpPr>
        <p:spPr>
          <a:xfrm>
            <a:off x="845074" y="778140"/>
            <a:ext cx="5504557" cy="5425280"/>
          </a:xfrm>
          <a:prstGeom prst="rect">
            <a:avLst/>
          </a:prstGeom>
          <a:solidFill>
            <a:schemeClr val="lt1"/>
          </a:solidFill>
          <a:ln>
            <a:noFill/>
          </a:ln>
          <a:effectLst>
            <a:outerShdw blurRad="228600" dist="63500" sx="102000" sy="102000" algn="ctr" rotWithShape="0">
              <a:schemeClr val="dk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16" name="文本框 15"/>
          <p:cNvSpPr txBox="1"/>
          <p:nvPr>
            <p:custDataLst>
              <p:tags r:id="rId6"/>
            </p:custDataLst>
          </p:nvPr>
        </p:nvSpPr>
        <p:spPr>
          <a:xfrm>
            <a:off x="7494270" y="777875"/>
            <a:ext cx="3385185" cy="521970"/>
          </a:xfrm>
          <a:prstGeom prst="rect">
            <a:avLst/>
          </a:prstGeom>
          <a:noFill/>
        </p:spPr>
        <p:txBody>
          <a:bodyPr wrap="square" rtlCol="0">
            <a:spAutoFit/>
          </a:bodyPr>
          <a:lstStyle/>
          <a:p>
            <a:r>
              <a:rPr lang="en-US" altLang="zh-CN" sz="2800" b="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YOLOv8</a:t>
            </a:r>
            <a:r>
              <a:rPr lang="zh-CN" altLang="en-US" sz="2800" b="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模型指标</a:t>
            </a:r>
            <a:endParaRPr lang="zh-CN" altLang="en-US" sz="2800" b="1"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pic>
        <p:nvPicPr>
          <p:cNvPr id="2" name="图片 -2147482569" descr="results"/>
          <p:cNvPicPr>
            <a:picLocks noChangeAspect="1"/>
          </p:cNvPicPr>
          <p:nvPr/>
        </p:nvPicPr>
        <p:blipFill>
          <a:blip r:embed="rId7"/>
          <a:stretch>
            <a:fillRect/>
          </a:stretch>
        </p:blipFill>
        <p:spPr>
          <a:xfrm>
            <a:off x="1144905" y="2264410"/>
            <a:ext cx="4904740" cy="2452370"/>
          </a:xfrm>
          <a:prstGeom prst="rect">
            <a:avLst/>
          </a:prstGeom>
          <a:noFill/>
          <a:ln w="9525">
            <a:noFill/>
          </a:ln>
        </p:spPr>
      </p:pic>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组合 12"/>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2"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7" name="等腰三角形 6"/>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14" name="文本框 13"/>
          <p:cNvSpPr txBox="1"/>
          <p:nvPr>
            <p:custDataLst>
              <p:tags r:id="rId5"/>
            </p:custDataLst>
          </p:nvPr>
        </p:nvSpPr>
        <p:spPr>
          <a:xfrm>
            <a:off x="1760220" y="2254250"/>
            <a:ext cx="8672195" cy="2014855"/>
          </a:xfrm>
          <a:prstGeom prst="rect">
            <a:avLst/>
          </a:prstGeom>
          <a:noFill/>
        </p:spPr>
        <p:txBody>
          <a:bodyPr wrap="square" rtlCol="0">
            <a:spAutoFit/>
          </a:bodyPr>
          <a:lstStyle/>
          <a:p>
            <a:pPr algn="just">
              <a:lnSpc>
                <a:spcPts val="2500"/>
              </a:lnSpc>
            </a:pPr>
            <a:r>
              <a:rPr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YOLOv5模型的均值平均精确度为72.9%，而YOLOv8模型的均值平均精确度达到84.3%，有明显的提升；而YOLOv5模型的精确率则为77.7%，YOLOv8模型的精确率可以达到83.5%；与此同时，YOLOv8模型的召回率达到了78%，而YOLOv5模型仅有69.4%的召回率；由以上验证结果表明YOLOv8算法训练的模型比YOLOv5算法训练的模型具有更优秀的指标和性能，且其较高的精确率和召回率也使得该模型能够满足道路交通分析领域的需求。</a:t>
            </a:r>
            <a:endParaRPr dirty="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6" name="文本框 15"/>
          <p:cNvSpPr txBox="1"/>
          <p:nvPr>
            <p:custDataLst>
              <p:tags r:id="rId6"/>
            </p:custDataLst>
          </p:nvPr>
        </p:nvSpPr>
        <p:spPr>
          <a:xfrm>
            <a:off x="4403725" y="849630"/>
            <a:ext cx="3385185" cy="521970"/>
          </a:xfrm>
          <a:prstGeom prst="rect">
            <a:avLst/>
          </a:prstGeom>
          <a:noFill/>
        </p:spPr>
        <p:txBody>
          <a:bodyPr wrap="square" rtlCol="0">
            <a:spAutoFit/>
          </a:bodyPr>
          <a:lstStyle/>
          <a:p>
            <a:r>
              <a:rPr lang="zh-CN" altLang="en-US" sz="2800" b="1" dirty="0">
                <a:solidFill>
                  <a:schemeClr val="lt1">
                    <a:lumMod val="50000"/>
                  </a:schemeClr>
                </a:solidFill>
                <a:latin typeface="微软雅黑" panose="020B0503020204020204" pitchFamily="34" charset="-122"/>
                <a:ea typeface="微软雅黑" panose="020B0503020204020204" pitchFamily="34" charset="-122"/>
                <a:cs typeface="+mn-ea"/>
                <a:sym typeface="+mn-lt"/>
              </a:rPr>
              <a:t>模型指标对比</a:t>
            </a:r>
            <a:endParaRPr lang="zh-CN" altLang="en-US" sz="2800" b="1" dirty="0">
              <a:solidFill>
                <a:schemeClr val="lt1">
                  <a:lumMod val="50000"/>
                </a:schemeClr>
              </a:solidFill>
              <a:latin typeface="微软雅黑" panose="020B0503020204020204" pitchFamily="34" charset="-122"/>
              <a:ea typeface="微软雅黑" panose="020B0503020204020204" pitchFamily="34" charset="-122"/>
              <a:cs typeface="+mn-ea"/>
              <a:sym typeface="+mn-lt"/>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 name="组合 1"/>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2"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7" name="等腰三角形 6"/>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5"/>
            </p:custDataLst>
          </p:nvPr>
        </p:nvSpPr>
        <p:spPr>
          <a:xfrm>
            <a:off x="5509322" y="5510086"/>
            <a:ext cx="1554480" cy="368300"/>
          </a:xfrm>
          <a:prstGeom prst="rect">
            <a:avLst/>
          </a:prstGeom>
          <a:noFill/>
        </p:spPr>
        <p:txBody>
          <a:bodyPr wrap="none" rtlCol="0">
            <a:spAutoFit/>
          </a:bodyPr>
          <a:lstStyle/>
          <a:p>
            <a:r>
              <a:rPr lang="zh-CN" altLang="en-US" dirty="0">
                <a:solidFill>
                  <a:schemeClr val="dk1"/>
                </a:solidFill>
                <a:latin typeface="微软雅黑" panose="020B0503020204020204" pitchFamily="34" charset="-122"/>
                <a:ea typeface="微软雅黑" panose="020B0503020204020204" pitchFamily="34" charset="-122"/>
              </a:rPr>
              <a:t>检测测试结果</a:t>
            </a:r>
            <a:endParaRPr lang="zh-CN" altLang="en-US" dirty="0">
              <a:solidFill>
                <a:schemeClr val="dk1"/>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custDataLst>
              <p:tags r:id="rId6"/>
            </p:custDataLst>
          </p:nvPr>
        </p:nvPicPr>
        <p:blipFill>
          <a:blip r:embed="rId7"/>
          <a:stretch>
            <a:fillRect/>
          </a:stretch>
        </p:blipFill>
        <p:spPr>
          <a:xfrm>
            <a:off x="6407143" y="1508289"/>
            <a:ext cx="5312528" cy="2988297"/>
          </a:xfrm>
          <a:prstGeom prst="rect">
            <a:avLst/>
          </a:prstGeom>
        </p:spPr>
      </p:pic>
      <p:pic>
        <p:nvPicPr>
          <p:cNvPr id="13" name="图片 12"/>
          <p:cNvPicPr>
            <a:picLocks noChangeAspect="1"/>
          </p:cNvPicPr>
          <p:nvPr>
            <p:custDataLst>
              <p:tags r:id="rId8"/>
            </p:custDataLst>
          </p:nvPr>
        </p:nvPicPr>
        <p:blipFill>
          <a:blip r:embed="rId9"/>
          <a:stretch>
            <a:fillRect/>
          </a:stretch>
        </p:blipFill>
        <p:spPr>
          <a:xfrm>
            <a:off x="1007745" y="1508125"/>
            <a:ext cx="5100955" cy="2987675"/>
          </a:xfrm>
          <a:prstGeom prst="rect">
            <a:avLst/>
          </a:prstGeom>
        </p:spPr>
      </p:pic>
    </p:spTree>
    <p:custDataLst>
      <p:tags r:id="rId10"/>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组合 12"/>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2"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7" name="等腰三角形 6"/>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5"/>
            </p:custDataLst>
          </p:nvPr>
        </p:nvSpPr>
        <p:spPr>
          <a:xfrm>
            <a:off x="5195753" y="5943411"/>
            <a:ext cx="1783080" cy="368300"/>
          </a:xfrm>
          <a:prstGeom prst="rect">
            <a:avLst/>
          </a:prstGeom>
          <a:noFill/>
        </p:spPr>
        <p:txBody>
          <a:bodyPr wrap="none" rtlCol="0">
            <a:spAutoFit/>
          </a:bodyPr>
          <a:lstStyle/>
          <a:p>
            <a:r>
              <a:rPr lang="zh-CN" altLang="en-US" dirty="0">
                <a:solidFill>
                  <a:schemeClr val="dk1"/>
                </a:solidFill>
                <a:latin typeface="微软雅黑" panose="020B0503020204020204" pitchFamily="34" charset="-122"/>
                <a:ea typeface="微软雅黑" panose="020B0503020204020204" pitchFamily="34" charset="-122"/>
              </a:rPr>
              <a:t>系统可视化界面</a:t>
            </a:r>
            <a:endParaRPr lang="zh-CN" altLang="en-US" dirty="0">
              <a:solidFill>
                <a:schemeClr val="dk1"/>
              </a:solidFill>
              <a:latin typeface="微软雅黑" panose="020B0503020204020204" pitchFamily="34" charset="-122"/>
              <a:ea typeface="微软雅黑" panose="020B0503020204020204" pitchFamily="34" charset="-122"/>
            </a:endParaRPr>
          </a:p>
        </p:txBody>
      </p:sp>
      <p:pic>
        <p:nvPicPr>
          <p:cNvPr id="2" name="图片 16"/>
          <p:cNvPicPr>
            <a:picLocks noChangeAspect="1"/>
          </p:cNvPicPr>
          <p:nvPr/>
        </p:nvPicPr>
        <p:blipFill>
          <a:blip r:embed="rId6"/>
          <a:stretch>
            <a:fillRect/>
          </a:stretch>
        </p:blipFill>
        <p:spPr>
          <a:xfrm>
            <a:off x="6813233" y="1252855"/>
            <a:ext cx="4912995" cy="3409950"/>
          </a:xfrm>
          <a:prstGeom prst="rect">
            <a:avLst/>
          </a:prstGeom>
          <a:noFill/>
          <a:ln w="9525">
            <a:noFill/>
          </a:ln>
        </p:spPr>
      </p:pic>
      <p:pic>
        <p:nvPicPr>
          <p:cNvPr id="3" name="图片 17"/>
          <p:cNvPicPr>
            <a:picLocks noChangeAspect="1"/>
          </p:cNvPicPr>
          <p:nvPr/>
        </p:nvPicPr>
        <p:blipFill>
          <a:blip r:embed="rId7"/>
          <a:stretch>
            <a:fillRect/>
          </a:stretch>
        </p:blipFill>
        <p:spPr>
          <a:xfrm>
            <a:off x="1021080" y="1252855"/>
            <a:ext cx="4911725" cy="3409950"/>
          </a:xfrm>
          <a:prstGeom prst="rect">
            <a:avLst/>
          </a:prstGeom>
          <a:noFill/>
          <a:ln w="9525">
            <a:noFill/>
          </a:ln>
        </p:spPr>
      </p:pic>
      <p:sp>
        <p:nvSpPr>
          <p:cNvPr id="4" name="右箭头 3"/>
          <p:cNvSpPr/>
          <p:nvPr>
            <p:custDataLst>
              <p:tags r:id="rId8"/>
            </p:custDataLst>
          </p:nvPr>
        </p:nvSpPr>
        <p:spPr>
          <a:xfrm>
            <a:off x="6162675" y="2759075"/>
            <a:ext cx="573405" cy="471805"/>
          </a:xfrm>
          <a:prstGeom prst="rightArrow">
            <a:avLst/>
          </a:prstGeom>
          <a:solidFill>
            <a:schemeClr val="accent3"/>
          </a:solid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p:spTree>
    <p:custDataLst>
      <p:tags r:id="rId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noFill/>
        </p:spPr>
        <p:txBody>
          <a:bodyPr>
            <a:normAutofit/>
          </a:bodyPr>
          <a:lstStyle/>
          <a:p>
            <a:pPr marL="0" indent="0" algn="l">
              <a:lnSpc>
                <a:spcPct val="130000"/>
              </a:lnSpc>
              <a:spcBef>
                <a:spcPts val="0"/>
              </a:spcBef>
              <a:spcAft>
                <a:spcPts val="0"/>
              </a:spcAft>
              <a:buSzPct val="100000"/>
              <a:buNone/>
            </a:pPr>
            <a:r>
              <a:rPr lang="en-US" altLang="zh-CN" sz="4300" dirty="0">
                <a:solidFill>
                  <a:schemeClr val="accent1"/>
                </a:solidFill>
                <a:ea typeface="微软雅黑" panose="020B0503020204020204" pitchFamily="34" charset="-122"/>
                <a:sym typeface="+mn-lt"/>
              </a:rPr>
              <a:t>PART</a:t>
            </a:r>
            <a:endParaRPr lang="en-US" altLang="zh-CN" sz="4300" dirty="0">
              <a:solidFill>
                <a:schemeClr val="accent1"/>
              </a:solidFill>
              <a:ea typeface="微软雅黑" panose="020B0503020204020204" pitchFamily="34" charset="-122"/>
              <a:sym typeface="+mn-lt"/>
            </a:endParaRPr>
          </a:p>
        </p:txBody>
      </p:sp>
      <p:sp>
        <p:nvSpPr>
          <p:cNvPr id="3" name="文本占位符 2"/>
          <p:cNvSpPr>
            <a:spLocks noGrp="1"/>
          </p:cNvSpPr>
          <p:nvPr>
            <p:ph type="body" idx="1"/>
            <p:custDataLst>
              <p:tags r:id="rId2"/>
            </p:custDataLst>
          </p:nvPr>
        </p:nvSpPr>
        <p:spPr>
          <a:noFill/>
        </p:spPr>
        <p:txBody>
          <a:bodyPr/>
          <a:lstStyle/>
          <a:p>
            <a:pPr marL="0" lvl="0" indent="0" algn="l">
              <a:lnSpc>
                <a:spcPct val="130000"/>
              </a:lnSpc>
              <a:spcBef>
                <a:spcPts val="0"/>
              </a:spcBef>
              <a:spcAft>
                <a:spcPts val="1000"/>
              </a:spcAft>
              <a:buSzPct val="100000"/>
              <a:buNone/>
            </a:pPr>
            <a:r>
              <a:rPr lang="zh-CN" altLang="en-US" sz="2000" dirty="0">
                <a:solidFill>
                  <a:schemeClr val="dk1"/>
                </a:solidFill>
                <a:sym typeface="+mn-lt"/>
              </a:rPr>
              <a:t>不足与改进</a:t>
            </a:r>
            <a:endParaRPr lang="zh-CN" altLang="en-US" sz="2000" dirty="0">
              <a:solidFill>
                <a:schemeClr val="dk1"/>
              </a:solidFill>
              <a:sym typeface="+mn-lt"/>
            </a:endParaRPr>
          </a:p>
        </p:txBody>
      </p:sp>
      <p:sp>
        <p:nvSpPr>
          <p:cNvPr id="5" name="文本框 4"/>
          <p:cNvSpPr txBox="1"/>
          <p:nvPr>
            <p:custDataLst>
              <p:tags r:id="rId3"/>
            </p:custDataLst>
          </p:nvPr>
        </p:nvSpPr>
        <p:spPr>
          <a:xfrm>
            <a:off x="263352" y="2636912"/>
            <a:ext cx="3816424" cy="115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normAutofit fontScale="90000"/>
          </a:bodyPr>
          <a:lstStyle>
            <a:defPPr>
              <a:defRPr lang="zh-CN"/>
            </a:defPPr>
            <a:lvl1pPr algn="ctr">
              <a:defRPr sz="6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a:solidFill>
                  <a:schemeClr val="lt1"/>
                </a:solidFill>
                <a:uFillTx/>
                <a:latin typeface="Arial" panose="020B0604020202020204" pitchFamily="34" charset="0"/>
                <a:ea typeface="微软雅黑" panose="020B0503020204020204" pitchFamily="34" charset="-122"/>
                <a:cs typeface="Arial" panose="020B0604020202020204" pitchFamily="34" charset="0"/>
              </a:rPr>
              <a:t>PART 04</a:t>
            </a:r>
            <a:endParaRPr lang="en-US" altLang="zh-CN">
              <a:solidFill>
                <a:schemeClr val="lt1"/>
              </a:solidFill>
              <a:uFillTx/>
              <a:latin typeface="Arial" panose="020B0604020202020204" pitchFamily="34" charset="0"/>
              <a:ea typeface="微软雅黑" panose="020B0503020204020204" pitchFamily="34" charset="-122"/>
              <a:cs typeface="Arial" panose="020B0604020202020204" pitchFamily="34" charset="0"/>
            </a:endParaRPr>
          </a:p>
        </p:txBody>
      </p:sp>
    </p:spTree>
    <p:custDataLst>
      <p:tags r:id="rId4"/>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3" name="组合 12"/>
          <p:cNvGrpSpPr/>
          <p:nvPr userDrawn="1">
            <p:custDataLst>
              <p:tags r:id="rId1"/>
            </p:custDataLst>
          </p:nvPr>
        </p:nvGrpSpPr>
        <p:grpSpPr>
          <a:xfrm rot="0">
            <a:off x="11277600" y="5752465"/>
            <a:ext cx="914400" cy="914400"/>
            <a:chOff x="11277600" y="5752233"/>
            <a:chExt cx="914400" cy="914400"/>
          </a:xfrm>
        </p:grpSpPr>
        <p:sp>
          <p:nvSpPr>
            <p:cNvPr id="8" name="矩形 7"/>
            <p:cNvSpPr/>
            <p:nvPr userDrawn="1">
              <p:custDataLst>
                <p:tags r:id="rId2"/>
              </p:custDataLst>
            </p:nvPr>
          </p:nvSpPr>
          <p:spPr>
            <a:xfrm>
              <a:off x="11277600" y="5752233"/>
              <a:ext cx="914400" cy="914400"/>
            </a:xfrm>
            <a:prstGeom prst="rect">
              <a:avLst/>
            </a:prstGeom>
            <a:solidFill>
              <a:schemeClr val="lt1"/>
            </a:solidFill>
            <a:ln w="12700" cap="flat" cmpd="sng" algn="ctr">
              <a:noFill/>
              <a:prstDash val="solid"/>
              <a:miter lim="800000"/>
            </a:ln>
            <a:effectLst>
              <a:outerShdw blurRad="927100" sx="114000" sy="11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l"/>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12" name="任意多边形: 形状 11"/>
            <p:cNvSpPr/>
            <p:nvPr userDrawn="1">
              <p:custDataLst>
                <p:tags r:id="rId3"/>
              </p:custDataLst>
            </p:nvPr>
          </p:nvSpPr>
          <p:spPr>
            <a:xfrm>
              <a:off x="11638838" y="6018355"/>
              <a:ext cx="191925" cy="382157"/>
            </a:xfrm>
            <a:custGeom>
              <a:avLst/>
              <a:gdLst/>
              <a:ahLst/>
              <a:cxnLst/>
              <a:rect l="0" t="0" r="0" b="0"/>
              <a:pathLst>
                <a:path w="6534878" h="13012116">
                  <a:moveTo>
                    <a:pt x="739244" y="12895143"/>
                  </a:moveTo>
                  <a:lnTo>
                    <a:pt x="6534877" y="6531310"/>
                  </a:lnTo>
                  <a:lnTo>
                    <a:pt x="739244" y="175595"/>
                  </a:lnTo>
                  <a:cubicBezTo>
                    <a:pt x="648470" y="57486"/>
                    <a:pt x="499307" y="0"/>
                    <a:pt x="352747" y="26642"/>
                  </a:cubicBezTo>
                  <a:cubicBezTo>
                    <a:pt x="206187" y="53285"/>
                    <a:pt x="86799" y="159589"/>
                    <a:pt x="43399" y="302089"/>
                  </a:cubicBezTo>
                  <a:cubicBezTo>
                    <a:pt x="0" y="444589"/>
                    <a:pt x="39864" y="599395"/>
                    <a:pt x="146693" y="703209"/>
                  </a:cubicBezTo>
                  <a:lnTo>
                    <a:pt x="5414712" y="6531310"/>
                  </a:lnTo>
                  <a:lnTo>
                    <a:pt x="179162" y="12335061"/>
                  </a:lnTo>
                  <a:cubicBezTo>
                    <a:pt x="52163" y="12498621"/>
                    <a:pt x="71908" y="12732261"/>
                    <a:pt x="224556" y="12872188"/>
                  </a:cubicBezTo>
                  <a:cubicBezTo>
                    <a:pt x="377203" y="13012115"/>
                    <a:pt x="611675" y="13011507"/>
                    <a:pt x="763596" y="12870792"/>
                  </a:cubicBez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2400">
                <a:solidFill>
                  <a:schemeClr val="accent1"/>
                </a:solidFill>
                <a:latin typeface="微软雅黑" panose="020B0503020204020204" pitchFamily="34" charset="-122"/>
                <a:ea typeface="微软雅黑" panose="020B0503020204020204" pitchFamily="34" charset="-122"/>
              </a:endParaRPr>
            </a:p>
          </p:txBody>
        </p:sp>
      </p:grpSp>
      <p:sp>
        <p:nvSpPr>
          <p:cNvPr id="7" name="等腰三角形 6"/>
          <p:cNvSpPr/>
          <p:nvPr userDrawn="1">
            <p:custDataLst>
              <p:tags r:id="rId4"/>
            </p:custDataLst>
          </p:nvPr>
        </p:nvSpPr>
        <p:spPr>
          <a:xfrm rot="5400000">
            <a:off x="-144145" y="448310"/>
            <a:ext cx="720090" cy="4318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solidFill>
                <a:schemeClr val="lt1"/>
              </a:solidFill>
              <a:latin typeface="微软雅黑" panose="020B0503020204020204" pitchFamily="34" charset="-122"/>
              <a:ea typeface="微软雅黑" panose="020B0503020204020204" pitchFamily="34" charset="-122"/>
            </a:endParaRPr>
          </a:p>
        </p:txBody>
      </p:sp>
      <p:sp>
        <p:nvSpPr>
          <p:cNvPr id="21" name="矩形 20"/>
          <p:cNvSpPr/>
          <p:nvPr>
            <p:custDataLst>
              <p:tags r:id="rId5"/>
            </p:custDataLst>
          </p:nvPr>
        </p:nvSpPr>
        <p:spPr>
          <a:xfrm>
            <a:off x="6547992" y="-17924"/>
            <a:ext cx="5644008" cy="68759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15" name="文本框 14"/>
          <p:cNvSpPr txBox="1"/>
          <p:nvPr>
            <p:custDataLst>
              <p:tags r:id="rId6"/>
            </p:custDataLst>
          </p:nvPr>
        </p:nvSpPr>
        <p:spPr>
          <a:xfrm>
            <a:off x="7079531" y="959743"/>
            <a:ext cx="1376314" cy="521970"/>
          </a:xfrm>
          <a:prstGeom prst="rect">
            <a:avLst/>
          </a:prstGeom>
          <a:noFill/>
        </p:spPr>
        <p:txBody>
          <a:bodyPr wrap="square" rtlCol="0">
            <a:spAutoFit/>
            <a:scene3d>
              <a:camera prst="orthographicFront"/>
              <a:lightRig rig="threePt" dir="t"/>
            </a:scene3d>
            <a:sp3d contourW="12700"/>
          </a:bodyPr>
          <a:lstStyle/>
          <a:p>
            <a:pPr algn="ctr"/>
            <a:r>
              <a:rPr lang="zh-CN" altLang="en-US" sz="2800" b="1" dirty="0">
                <a:solidFill>
                  <a:schemeClr val="lt1"/>
                </a:solidFill>
                <a:latin typeface="微软雅黑" panose="020B0503020204020204" pitchFamily="34" charset="-122"/>
                <a:ea typeface="微软雅黑" panose="020B0503020204020204" pitchFamily="34" charset="-122"/>
                <a:cs typeface="+mn-ea"/>
                <a:sym typeface="+mn-lt"/>
              </a:rPr>
              <a:t>不足</a:t>
            </a:r>
            <a:endParaRPr lang="zh-CN" altLang="en-US" sz="2800" b="1" dirty="0">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16" name="文本框 15"/>
          <p:cNvSpPr txBox="1"/>
          <p:nvPr>
            <p:custDataLst>
              <p:tags r:id="rId7"/>
            </p:custDataLst>
          </p:nvPr>
        </p:nvSpPr>
        <p:spPr>
          <a:xfrm>
            <a:off x="7344298" y="1506251"/>
            <a:ext cx="4048147" cy="4323080"/>
          </a:xfrm>
          <a:prstGeom prst="rect">
            <a:avLst/>
          </a:prstGeom>
          <a:noFill/>
        </p:spPr>
        <p:txBody>
          <a:bodyPr wrap="square" rtlCol="0">
            <a:spAutoFit/>
          </a:bodyPr>
          <a:lstStyle/>
          <a:p>
            <a:pPr algn="just">
              <a:lnSpc>
                <a:spcPts val="3000"/>
              </a:lnSpc>
            </a:pPr>
            <a:r>
              <a:rPr dirty="0">
                <a:solidFill>
                  <a:schemeClr val="lt1"/>
                </a:solidFill>
                <a:latin typeface="微软雅黑" panose="020B0503020204020204" pitchFamily="34" charset="-122"/>
                <a:ea typeface="微软雅黑" panose="020B0503020204020204" pitchFamily="34" charset="-122"/>
                <a:cs typeface="微软雅黑" panose="020B0503020204020204" pitchFamily="34" charset="-122"/>
                <a:sym typeface="+mn-lt"/>
              </a:rPr>
              <a:t>YOLOv8模型尽管在均值平均精确率、精确率和召回率等指标上表现出了提升，但其引入的注意力机制模块需要更多的存储空间来存储注意力权重，并且额外的计算量用于计算通道和空间注意力权重，这可能会限制其在资源受限的设备上的应用。因此，未来需要考虑使用一种方法，在不降低模型准确性的情况下降低其大小。此外，YOLOv8模型对模糊小目标的检测效果依然有待改进。</a:t>
            </a:r>
            <a:endParaRPr dirty="0">
              <a:solidFill>
                <a:schemeClr val="lt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8" name="箭头: V 形 27"/>
          <p:cNvSpPr/>
          <p:nvPr>
            <p:custDataLst>
              <p:tags r:id="rId8"/>
            </p:custDataLst>
          </p:nvPr>
        </p:nvSpPr>
        <p:spPr>
          <a:xfrm>
            <a:off x="570230" y="408940"/>
            <a:ext cx="412115" cy="32893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F74A1"/>
              </a:solidFill>
              <a:latin typeface="微软雅黑" panose="020B0503020204020204" pitchFamily="34" charset="-122"/>
              <a:ea typeface="微软雅黑" panose="020B0503020204020204" pitchFamily="34" charset="-122"/>
              <a:cs typeface="+mn-ea"/>
              <a:sym typeface="+mn-lt"/>
            </a:endParaRPr>
          </a:p>
        </p:txBody>
      </p:sp>
      <p:sp>
        <p:nvSpPr>
          <p:cNvPr id="29" name="箭头: V 形 28"/>
          <p:cNvSpPr/>
          <p:nvPr>
            <p:custDataLst>
              <p:tags r:id="rId9"/>
            </p:custDataLst>
          </p:nvPr>
        </p:nvSpPr>
        <p:spPr>
          <a:xfrm>
            <a:off x="905510" y="408940"/>
            <a:ext cx="412115" cy="32893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F74A1"/>
              </a:solidFill>
              <a:latin typeface="微软雅黑" panose="020B0503020204020204" pitchFamily="34" charset="-122"/>
              <a:ea typeface="微软雅黑" panose="020B0503020204020204" pitchFamily="34" charset="-122"/>
              <a:cs typeface="+mn-ea"/>
              <a:sym typeface="+mn-lt"/>
            </a:endParaRPr>
          </a:p>
        </p:txBody>
      </p:sp>
      <p:sp>
        <p:nvSpPr>
          <p:cNvPr id="30" name="箭头: V 形 29"/>
          <p:cNvSpPr/>
          <p:nvPr>
            <p:custDataLst>
              <p:tags r:id="rId10"/>
            </p:custDataLst>
          </p:nvPr>
        </p:nvSpPr>
        <p:spPr>
          <a:xfrm>
            <a:off x="1236980" y="417830"/>
            <a:ext cx="412115" cy="32893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F74A1"/>
              </a:solidFill>
              <a:latin typeface="微软雅黑" panose="020B0503020204020204" pitchFamily="34" charset="-122"/>
              <a:ea typeface="微软雅黑" panose="020B0503020204020204" pitchFamily="34" charset="-122"/>
              <a:cs typeface="+mn-ea"/>
              <a:sym typeface="+mn-lt"/>
            </a:endParaRPr>
          </a:p>
        </p:txBody>
      </p:sp>
      <p:sp>
        <p:nvSpPr>
          <p:cNvPr id="31" name="箭头: V 形 30"/>
          <p:cNvSpPr/>
          <p:nvPr>
            <p:custDataLst>
              <p:tags r:id="rId11"/>
            </p:custDataLst>
          </p:nvPr>
        </p:nvSpPr>
        <p:spPr>
          <a:xfrm>
            <a:off x="1572895" y="417830"/>
            <a:ext cx="412115" cy="32893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F74A1"/>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custDataLst>
              <p:tags r:id="rId12"/>
            </p:custDataLst>
          </p:nvPr>
        </p:nvSpPr>
        <p:spPr>
          <a:xfrm>
            <a:off x="756967" y="959743"/>
            <a:ext cx="894080" cy="521970"/>
          </a:xfrm>
          <a:prstGeom prst="rect">
            <a:avLst/>
          </a:prstGeom>
          <a:noFill/>
        </p:spPr>
        <p:txBody>
          <a:bodyPr wrap="none" rtlCol="0">
            <a:spAutoFit/>
          </a:bodyPr>
          <a:lstStyle/>
          <a:p>
            <a:pPr algn="ctr"/>
            <a:r>
              <a:rPr lang="zh-CN" altLang="en-US" sz="2800" b="1" dirty="0">
                <a:solidFill>
                  <a:srgbClr val="000000"/>
                </a:solidFill>
                <a:latin typeface="微软雅黑" panose="020B0503020204020204" pitchFamily="34" charset="-122"/>
                <a:ea typeface="微软雅黑" panose="020B0503020204020204" pitchFamily="34" charset="-122"/>
                <a:cs typeface="+mn-ea"/>
              </a:rPr>
              <a:t>改进</a:t>
            </a:r>
            <a:endParaRPr lang="zh-CN" altLang="en-US" sz="2800" b="1" dirty="0">
              <a:solidFill>
                <a:srgbClr val="000000"/>
              </a:solidFill>
              <a:latin typeface="微软雅黑" panose="020B0503020204020204" pitchFamily="34" charset="-122"/>
              <a:ea typeface="微软雅黑" panose="020B0503020204020204" pitchFamily="34" charset="-122"/>
              <a:cs typeface="+mn-ea"/>
            </a:endParaRPr>
          </a:p>
        </p:txBody>
      </p:sp>
      <p:sp>
        <p:nvSpPr>
          <p:cNvPr id="3" name="文本框 2"/>
          <p:cNvSpPr txBox="1"/>
          <p:nvPr>
            <p:custDataLst>
              <p:tags r:id="rId13"/>
            </p:custDataLst>
          </p:nvPr>
        </p:nvSpPr>
        <p:spPr>
          <a:xfrm>
            <a:off x="752475" y="1506220"/>
            <a:ext cx="5126355" cy="5092700"/>
          </a:xfrm>
          <a:prstGeom prst="rect">
            <a:avLst/>
          </a:prstGeom>
          <a:noFill/>
        </p:spPr>
        <p:txBody>
          <a:bodyPr wrap="square" rtlCol="0">
            <a:spAutoFit/>
          </a:bodyPr>
          <a:lstStyle/>
          <a:p>
            <a:pPr algn="just">
              <a:lnSpc>
                <a:spcPts val="3000"/>
              </a:lnSpc>
            </a:pPr>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可以尝试将视觉Transformer技术应用到YOLO网络结构中，以进一步改善检测效果。视觉Transformer是一种新兴的图像识别技术，它可以通过自注意力机制来捕捉图像中不同区域之间的关系，在目标检测任务中具有潜在的应用价值。具体来说，可以在YOLO的主干特征提取网络中增加一个或多个视觉Transformer模块，以便更好地表达图像特征，并且在检测头中也可以采用相应的方法进行改进。在视觉Transformer模块中，可以使用类似于BERT、GPT等NLP领域中的自注意力机制，将每个位置的特征向量与其他位置的特征向量进行交互，并生成新的特征表示。另外，在YOLO中，还可以使用基于注意力机制的特征融合方法，将每个检测头特征图的信息传递给其他检测头，从而将不同分辨率的特征进行有效整合，这样可以帮助模型更好地探测各种尺度和方向的目标。</a:t>
            </a:r>
            <a:endPar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335713" y="2871528"/>
            <a:ext cx="3029538" cy="646331"/>
          </a:xfrm>
          <a:prstGeom prst="rect">
            <a:avLst/>
          </a:prstGeom>
          <a:noFill/>
        </p:spPr>
        <p:txBody>
          <a:bodyPr wrap="square" rtlCol="0">
            <a:spAutoFit/>
          </a:bodyPr>
          <a:p>
            <a:r>
              <a:rPr lang="zh-CN" altLang="en-US" sz="3600" b="1" dirty="0">
                <a:solidFill>
                  <a:srgbClr val="000000"/>
                </a:solidFill>
                <a:cs typeface="+mn-ea"/>
                <a:sym typeface="+mn-lt"/>
              </a:rPr>
              <a:t>恳请老师指正</a:t>
            </a:r>
            <a:endParaRPr lang="zh-CN" altLang="en-US" sz="3600" b="1" dirty="0">
              <a:solidFill>
                <a:srgbClr val="000000"/>
              </a:solidFill>
              <a:cs typeface="+mn-ea"/>
              <a:sym typeface="+mn-lt"/>
            </a:endParaRPr>
          </a:p>
        </p:txBody>
      </p:sp>
      <p:sp>
        <p:nvSpPr>
          <p:cNvPr id="8" name="标题 7"/>
          <p:cNvSpPr>
            <a:spLocks noGrp="1"/>
          </p:cNvSpPr>
          <p:nvPr>
            <p:ph type="title"/>
            <p:custDataLst>
              <p:tags r:id="rId1"/>
            </p:custDataLst>
          </p:nvPr>
        </p:nvSpPr>
        <p:spPr>
          <a:noFill/>
        </p:spPr>
        <p:txBody>
          <a:bodyPr>
            <a:normAutofit/>
          </a:bodyPr>
          <a:p>
            <a:pPr marL="0" lvl="0" indent="0" algn="l">
              <a:lnSpc>
                <a:spcPct val="120000"/>
              </a:lnSpc>
              <a:spcBef>
                <a:spcPts val="0"/>
              </a:spcBef>
              <a:spcAft>
                <a:spcPts val="0"/>
              </a:spcAft>
              <a:buSzPct val="100000"/>
              <a:buNone/>
            </a:pPr>
            <a:r>
              <a:rPr lang="en-US" altLang="zh-CN" sz="7200" dirty="0">
                <a:solidFill>
                  <a:schemeClr val="accent1"/>
                </a:solidFill>
                <a:ea typeface="微软雅黑" panose="020B0503020204020204" pitchFamily="34" charset="-122"/>
                <a:sym typeface="+mn-lt"/>
              </a:rPr>
              <a:t>THANKS</a:t>
            </a:r>
            <a:endParaRPr lang="en-US" altLang="zh-CN" sz="7200" dirty="0">
              <a:solidFill>
                <a:schemeClr val="accent1"/>
              </a:solidFill>
              <a:ea typeface="微软雅黑" panose="020B0503020204020204" pitchFamily="34" charset="-122"/>
              <a:sym typeface="+mn-lt"/>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3.xml><?xml version="1.0" encoding="utf-8"?>
<p:tagLst xmlns:p="http://schemas.openxmlformats.org/presentationml/2006/main">
  <p:tag name="KSO_WM_SLIDE_BACKGROUND_TYPE" val="general"/>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UNIT_BK_DARK_LIGHT" val="2"/>
  <p:tag name="KSO_WM_SLIDE_BACKGROUND_TYPE" val="frame"/>
  <p:tag name="KSO_WM_SLIDE_BK_DARK_LIGHT" val="2"/>
</p:tagLst>
</file>

<file path=ppt/tags/tag122.xml><?xml version="1.0" encoding="utf-8"?>
<p:tagLst xmlns:p="http://schemas.openxmlformats.org/presentationml/2006/main">
  <p:tag name="KSO_WM_SLIDE_BACKGROUND_TYPE" val="frame"/>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frame"/>
  <p:tag name="KSO_WM_SLIDE_BK_DARK_LIGHT" val="2"/>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leftRight"/>
  <p:tag name="KSO_WM_SLIDE_BK_DARK_LIGHT" val="2"/>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4*i*2"/>
  <p:tag name="KSO_WM_UNIT_LAYERLEVEL" val="1"/>
  <p:tag name="KSO_WM_TAG_VERSION" val="1.0"/>
  <p:tag name="KSO_WM_BEAUTIFY_FLAG" val="#wm#"/>
  <p:tag name="KSO_WM_SLIDE_BACKGROUND_TYPE" val="leftRight"/>
  <p:tag name="KSO_WM_SLIDE_BK_DARK_LIGHT" val="2"/>
</p:tagLst>
</file>

<file path=ppt/tags/tag133.xml><?xml version="1.0" encoding="utf-8"?>
<p:tagLst xmlns:p="http://schemas.openxmlformats.org/presentationml/2006/main">
  <p:tag name="KSO_WM_SLIDE_BACKGROUND_TYPE" val="leftRight"/>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topBottom"/>
  <p:tag name="KSO_WM_SLIDE_BK_DARK_LIGHT" val="2"/>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5*i*2"/>
  <p:tag name="KSO_WM_UNIT_LAYERLEVEL" val="1"/>
  <p:tag name="KSO_WM_TAG_VERSION" val="1.0"/>
  <p:tag name="KSO_WM_BEAUTIFY_FLAG" val="#wm#"/>
  <p:tag name="KSO_WM_SLIDE_BACKGROUND_TYPE" val="topBottom"/>
  <p:tag name="KSO_WM_SLIDE_BK_DARK_LIGHT" val="2"/>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ottomTop"/>
  <p:tag name="KSO_WM_SLIDE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 name="KSO_WM_SLIDE_BACKGROUND_TYPE" val="bottomTop"/>
  <p:tag name="KSO_WM_SLIDE_BK_DARK_LIGHT" val="2"/>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navigation"/>
  <p:tag name="KSO_WM_SLIDE_BK_DARK_LIGHT" val="2"/>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 name="KSO_WM_SLIDE_BACKGROUND_TYPE" val="navigation"/>
  <p:tag name="KSO_WM_SLIDE_BK_DARK_LIGHT" val="2"/>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elt"/>
  <p:tag name="KSO_WM_SLIDE_BK_DARK_LIGHT" val="2"/>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6846"/>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6846"/>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3.xml><?xml version="1.0" encoding="utf-8"?>
<p:tagLst xmlns:p="http://schemas.openxmlformats.org/presentationml/2006/main">
  <p:tag name="KSO_WM_UNIT_SHOW_EDIT_AREA_INDICATION" val="0"/>
  <p:tag name="KSO_WM_SPECIAL_SOURCE" val="jmoperation"/>
  <p:tag name="KSO_WM_TEMPLATE_THUMBS_INDEX" val="1、4、9、10、12、13、17、20、21、24、27、30、34"/>
  <p:tag name="KSO_WM_TEMPLATE_SUBCATEGORY" val="17"/>
  <p:tag name="KSO_WM_TEMPLATE_MASTER_TYPE" val="1"/>
  <p:tag name="KSO_WM_TEMPLATE_COLOR_TYPE" val="1"/>
  <p:tag name="KSO_WM_TEMPLATE_MASTER_THUMB_INDEX" val="12"/>
  <p:tag name="KSO_WM_TAG_VERSION" val="1.0"/>
  <p:tag name="KSO_WM_BEAUTIFY_FLAG" val="#wm#"/>
  <p:tag name="KSO_WM_TEMPLATE_CATEGORY" val="custom"/>
  <p:tag name="KSO_WM_TEMPLATE_INDEX" val="20186846"/>
</p:tagLst>
</file>

<file path=ppt/tags/tag194.xml><?xml version="1.0" encoding="utf-8"?>
<p:tagLst xmlns:p="http://schemas.openxmlformats.org/presentationml/2006/main">
  <p:tag name="KSO_WM_UNIT_ISCONTENTSTITLE" val="0"/>
  <p:tag name="KSO_WM_UNIT_ISNUMDGMTITLE" val="0"/>
  <p:tag name="KSO_WM_UNIT_NOCLEAR" val="0"/>
  <p:tag name="KSO_WM_UNIT_VALUE" val="12"/>
  <p:tag name="KSO_WM_UNIT_HIGHLIGHT" val="0"/>
  <p:tag name="KSO_WM_UNIT_COMPATIBLE" val="0"/>
  <p:tag name="KSO_WM_UNIT_DIAGRAM_ISNUMVISUAL" val="0"/>
  <p:tag name="KSO_WM_UNIT_DIAGRAM_ISREFERUNIT" val="0"/>
  <p:tag name="KSO_WM_UNIT_TYPE" val="a"/>
  <p:tag name="KSO_WM_UNIT_INDEX" val="1"/>
  <p:tag name="KSO_WM_UNIT_ID" val="custom20186846_1*a*1"/>
  <p:tag name="KSO_WM_TEMPLATE_CATEGORY" val="custom"/>
  <p:tag name="KSO_WM_TEMPLATE_INDEX" val="20186846"/>
  <p:tag name="KSO_WM_UNIT_LAYERLEVEL" val="1"/>
  <p:tag name="KSO_WM_TAG_VERSION" val="1.0"/>
  <p:tag name="KSO_WM_BEAUTIFY_FLAG" val="#wm#"/>
  <p:tag name="KSO_WM_UNIT_PRESET_TEXT" val="毕业论文答辩"/>
  <p:tag name="KSO_WM_UNIT_TEXT_FILL_FORE_SCHEMECOLOR_INDEX_BRIGHTNESS" val="0"/>
  <p:tag name="KSO_WM_UNIT_TEXT_FILL_FORE_SCHEMECOLOR_INDEX" val="5"/>
  <p:tag name="KSO_WM_UNIT_TEXT_FILL_TYPE" val="1"/>
</p:tagLst>
</file>

<file path=ppt/tags/tag195.xml><?xml version="1.0" encoding="utf-8"?>
<p:tagLst xmlns:p="http://schemas.openxmlformats.org/presentationml/2006/main">
  <p:tag name="KSO_WM_SPECIAL_SOURCE" val="bdnull"/>
  <p:tag name="KSO_WM_TEMPLATE_THUMBS_INDEX" val="1、4、9、10、12、13、17、20、21、24、27、30、34"/>
  <p:tag name="KSO_WM_SLIDE_ID" val="custom20186846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EMPLATE_MASTER_THUMB_INDEX" val="12"/>
  <p:tag name="KSO_WM_TAG_VERSION" val="1.0"/>
  <p:tag name="KSO_WM_BEAUTIFY_FLAG" val="#wm#"/>
  <p:tag name="KSO_WM_TEMPLATE_CATEGORY" val="custom"/>
  <p:tag name="KSO_WM_TEMPLATE_INDEX" val="20186846"/>
  <p:tag name="KSO_WM_SLIDE_LAYOUT" val="a_b"/>
  <p:tag name="KSO_WM_SLIDE_LAYOUT_CNT" val="1_3"/>
</p:tagLst>
</file>

<file path=ppt/tags/tag196.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186846_4*a*1"/>
  <p:tag name="KSO_WM_TEMPLATE_CATEGORY" val="custom"/>
  <p:tag name="KSO_WM_TEMPLATE_INDEX" val="20186846"/>
  <p:tag name="KSO_WM_UNIT_LAYERLEVEL" val="1"/>
  <p:tag name="KSO_WM_TAG_VERSION" val="1.0"/>
  <p:tag name="KSO_WM_BEAUTIFY_FLAG" val="#wm#"/>
  <p:tag name="KSO_WM_UNIT_PRESET_TEXT" val="目录"/>
  <p:tag name="KSO_WM_UNIT_TEXT_FILL_FORE_SCHEMECOLOR_INDEX_BRIGHTNESS" val="0"/>
  <p:tag name="KSO_WM_UNIT_TEXT_FILL_FORE_SCHEMECOLOR_INDEX" val="13"/>
  <p:tag name="KSO_WM_UNIT_TEXT_FILL_TYPE" val="1"/>
  <p:tag name="KSO_WM_UNIT_USESOURCEFORMAT_APPLY" val="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186846_4*i*1"/>
  <p:tag name="KSO_WM_TEMPLATE_CATEGORY" val="custom"/>
  <p:tag name="KSO_WM_TEMPLATE_INDEX" val="20186846"/>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198.xml><?xml version="1.0" encoding="utf-8"?>
<p:tagLst xmlns:p="http://schemas.openxmlformats.org/presentationml/2006/main">
  <p:tag name="KSO_WM_UNIT_SUBTYPE" val="a"/>
  <p:tag name="KSO_WM_UNIT_NOCLEAR" val="0"/>
  <p:tag name="KSO_WM_UNIT_VALUE" val="8"/>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186846_4*l_h_f*1_4_1"/>
  <p:tag name="KSO_WM_TEMPLATE_CATEGORY" val="custom"/>
  <p:tag name="KSO_WM_TEMPLATE_INDEX" val="20186846"/>
  <p:tag name="KSO_WM_UNIT_LAYERLEVEL" val="1_1_1"/>
  <p:tag name="KSO_WM_TAG_VERSION" val="1.0"/>
  <p:tag name="KSO_WM_BEAUTIFY_FLAG" val="#wm#"/>
  <p:tag name="KSO_WM_UNIT_PRESET_TEXT" val="单击此处添加文本"/>
  <p:tag name="KSO_WM_UNIT_TEXT_FILL_FORE_SCHEMECOLOR_INDEX_BRIGHTNESS" val="0"/>
  <p:tag name="KSO_WM_UNIT_TEXT_FILL_FORE_SCHEMECOLOR_INDEX" val="13"/>
  <p:tag name="KSO_WM_UNIT_TEXT_FILL_TYPE" val="1"/>
  <p:tag name="KSO_WM_UNIT_USESOURCEFORMAT_APPLY"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186846_4*l_h_i*1_4_1"/>
  <p:tag name="KSO_WM_TEMPLATE_CATEGORY" val="custom"/>
  <p:tag name="KSO_WM_TEMPLATE_INDEX" val="20186846"/>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 name="KSO_WM_UNIT_USESOURCEFORMAT_APPLY" val="1"/>
</p:tagLst>
</file>

<file path=ppt/tags/tag200.xml><?xml version="1.0" encoding="utf-8"?>
<p:tagLst xmlns:p="http://schemas.openxmlformats.org/presentationml/2006/main">
  <p:tag name="KSO_WM_UNIT_SUBTYPE" val="a"/>
  <p:tag name="KSO_WM_UNIT_NOCLEAR" val="0"/>
  <p:tag name="KSO_WM_UNIT_VALUE" val="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186846_4*l_h_f*1_3_1"/>
  <p:tag name="KSO_WM_TEMPLATE_CATEGORY" val="custom"/>
  <p:tag name="KSO_WM_TEMPLATE_INDEX" val="20186846"/>
  <p:tag name="KSO_WM_UNIT_LAYERLEVEL" val="1_1_1"/>
  <p:tag name="KSO_WM_TAG_VERSION" val="1.0"/>
  <p:tag name="KSO_WM_BEAUTIFY_FLAG" val="#wm#"/>
  <p:tag name="KSO_WM_UNIT_PRESET_TEXT" val="单击此处添加文本"/>
  <p:tag name="KSO_WM_UNIT_TEXT_FILL_FORE_SCHEMECOLOR_INDEX_BRIGHTNESS" val="0"/>
  <p:tag name="KSO_WM_UNIT_TEXT_FILL_FORE_SCHEMECOLOR_INDEX" val="13"/>
  <p:tag name="KSO_WM_UNIT_TEXT_FILL_TYPE" val="1"/>
  <p:tag name="KSO_WM_UNIT_USESOURCEFORMAT_APPLY" val="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186846_4*l_h_i*1_3_1"/>
  <p:tag name="KSO_WM_TEMPLATE_CATEGORY" val="custom"/>
  <p:tag name="KSO_WM_TEMPLATE_INDEX" val="20186846"/>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 name="KSO_WM_UNIT_USESOURCEFORMAT_APPLY" val="1"/>
</p:tagLst>
</file>

<file path=ppt/tags/tag202.xml><?xml version="1.0" encoding="utf-8"?>
<p:tagLst xmlns:p="http://schemas.openxmlformats.org/presentationml/2006/main">
  <p:tag name="KSO_WM_UNIT_SUBTYPE" val="a"/>
  <p:tag name="KSO_WM_UNIT_NOCLEAR" val="0"/>
  <p:tag name="KSO_WM_UNIT_VALUE" val="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186846_4*l_h_f*1_2_1"/>
  <p:tag name="KSO_WM_TEMPLATE_CATEGORY" val="custom"/>
  <p:tag name="KSO_WM_TEMPLATE_INDEX" val="20186846"/>
  <p:tag name="KSO_WM_UNIT_LAYERLEVEL" val="1_1_1"/>
  <p:tag name="KSO_WM_TAG_VERSION" val="1.0"/>
  <p:tag name="KSO_WM_BEAUTIFY_FLAG" val="#wm#"/>
  <p:tag name="KSO_WM_UNIT_PRESET_TEXT" val="单击此处添加文本"/>
  <p:tag name="KSO_WM_UNIT_TEXT_FILL_FORE_SCHEMECOLOR_INDEX_BRIGHTNESS" val="0"/>
  <p:tag name="KSO_WM_UNIT_TEXT_FILL_FORE_SCHEMECOLOR_INDEX" val="13"/>
  <p:tag name="KSO_WM_UNIT_TEXT_FILL_TYPE" val="1"/>
  <p:tag name="KSO_WM_UNIT_USESOURCEFORMAT_APPLY" val="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186846_4*l_h_i*1_2_1"/>
  <p:tag name="KSO_WM_TEMPLATE_CATEGORY" val="custom"/>
  <p:tag name="KSO_WM_TEMPLATE_INDEX" val="20186846"/>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 name="KSO_WM_UNIT_USESOURCEFORMAT_APPLY" val="1"/>
</p:tagLst>
</file>

<file path=ppt/tags/tag204.xml><?xml version="1.0" encoding="utf-8"?>
<p:tagLst xmlns:p="http://schemas.openxmlformats.org/presentationml/2006/main">
  <p:tag name="KSO_WM_UNIT_SUBTYPE" val="a"/>
  <p:tag name="KSO_WM_UNIT_NOCLEAR" val="0"/>
  <p:tag name="KSO_WM_UNIT_VALUE" val="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186846_4*l_h_f*1_1_1"/>
  <p:tag name="KSO_WM_TEMPLATE_CATEGORY" val="custom"/>
  <p:tag name="KSO_WM_TEMPLATE_INDEX" val="20186846"/>
  <p:tag name="KSO_WM_UNIT_LAYERLEVEL" val="1_1_1"/>
  <p:tag name="KSO_WM_TAG_VERSION" val="1.0"/>
  <p:tag name="KSO_WM_BEAUTIFY_FLAG" val="#wm#"/>
  <p:tag name="KSO_WM_UNIT_PRESET_TEXT" val="单击此处添加文本"/>
  <p:tag name="KSO_WM_UNIT_TEXT_FILL_FORE_SCHEMECOLOR_INDEX_BRIGHTNESS" val="0"/>
  <p:tag name="KSO_WM_UNIT_TEXT_FILL_FORE_SCHEMECOLOR_INDEX" val="13"/>
  <p:tag name="KSO_WM_UNIT_TEXT_FILL_TYPE" val="1"/>
  <p:tag name="KSO_WM_UNIT_USESOURCEFORMAT_APPLY"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186846_4*l_h_i*1_1_1"/>
  <p:tag name="KSO_WM_TEMPLATE_CATEGORY" val="custom"/>
  <p:tag name="KSO_WM_TEMPLATE_INDEX" val="20186846"/>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 name="KSO_WM_UNIT_USESOURCEFORMAT_APPLY" val="1"/>
</p:tagLst>
</file>

<file path=ppt/tags/tag206.xml><?xml version="1.0" encoding="utf-8"?>
<p:tagLst xmlns:p="http://schemas.openxmlformats.org/presentationml/2006/main">
  <p:tag name="KSO_WM_SPECIAL_SOURCE" val="bdnull"/>
  <p:tag name="KSO_WM_SLIDE_ID" val="custom20186846_4"/>
  <p:tag name="KSO_WM_TEMPLATE_SUBCATEGORY" val="17"/>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186846"/>
  <p:tag name="KSO_WM_SLIDE_LAYOUT" val="a_l"/>
  <p:tag name="KSO_WM_SLIDE_LAYOUT_CNT" val="1_1"/>
</p:tagLst>
</file>

<file path=ppt/tags/tag207.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186846_9*a*1"/>
  <p:tag name="KSO_WM_TEMPLATE_CATEGORY" val="custom"/>
  <p:tag name="KSO_WM_TEMPLATE_INDEX" val="20186846"/>
  <p:tag name="KSO_WM_UNIT_LAYERLEVEL" val="1"/>
  <p:tag name="KSO_WM_TAG_VERSION" val="1.0"/>
  <p:tag name="KSO_WM_BEAUTIFY_FLAG" val="#wm#"/>
  <p:tag name="KSO_WM_UNIT_PRESET_TEXT" val="点击此处添加节标题"/>
  <p:tag name="KSO_WM_UNIT_TEXT_FILL_FORE_SCHEMECOLOR_INDEX_BRIGHTNESS" val="0"/>
  <p:tag name="KSO_WM_UNIT_TEXT_FILL_FORE_SCHEMECOLOR_INDEX" val="5"/>
  <p:tag name="KSO_WM_UNIT_TEXT_FILL_TYPE" val="1"/>
</p:tagLst>
</file>

<file path=ppt/tags/tag208.xml><?xml version="1.0" encoding="utf-8"?>
<p:tagLst xmlns:p="http://schemas.openxmlformats.org/presentationml/2006/main">
  <p:tag name="KSO_WM_UNIT_NOCLEAR" val="0"/>
  <p:tag name="KSO_WM_UNIT_VALUE" val="4"/>
  <p:tag name="KSO_WM_UNIT_HIGHLIGHT" val="0"/>
  <p:tag name="KSO_WM_UNIT_COMPATIBLE" val="1"/>
  <p:tag name="KSO_WM_UNIT_DIAGRAM_ISNUMVISUAL" val="0"/>
  <p:tag name="KSO_WM_UNIT_DIAGRAM_ISREFERUNIT" val="0"/>
  <p:tag name="KSO_WM_UNIT_TYPE" val="e"/>
  <p:tag name="KSO_WM_UNIT_INDEX" val="1"/>
  <p:tag name="KSO_WM_UNIT_ID" val="custom20186846_9*e*1"/>
  <p:tag name="KSO_WM_TEMPLATE_CATEGORY" val="custom"/>
  <p:tag name="KSO_WM_TEMPLATE_INDEX" val="20186846"/>
  <p:tag name="KSO_WM_UNIT_LAYERLEVEL" val="1"/>
  <p:tag name="KSO_WM_TAG_VERSION" val="1.0"/>
  <p:tag name="KSO_WM_BEAUTIFY_FLAG" val="#wm#"/>
  <p:tag name="KSO_WM_UNIT_PRESET_TEXT" val="PART 01"/>
  <p:tag name="KSO_WM_UNIT_TEXT_FILL_FORE_SCHEMECOLOR_INDEX_BRIGHTNESS" val="0"/>
  <p:tag name="KSO_WM_UNIT_TEXT_FILL_FORE_SCHEMECOLOR_INDEX" val="14"/>
  <p:tag name="KSO_WM_UNIT_TEXT_FILL_TYPE" val="1"/>
</p:tagLst>
</file>

<file path=ppt/tags/tag209.xml><?xml version="1.0" encoding="utf-8"?>
<p:tagLst xmlns:p="http://schemas.openxmlformats.org/presentationml/2006/main">
  <p:tag name="KSO_WM_SPECIAL_SOURCE" val="bdnull"/>
  <p:tag name="KSO_WM_SLIDE_ID" val="custom20186846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186846"/>
  <p:tag name="KSO_WM_SLIDE_LAYOUT" val="a_b_e"/>
  <p:tag name="KSO_WM_SLIDE_LAYOUT_CNT" val="1_1_1"/>
</p:tagLst>
</file>

<file path=ppt/tags/tag210.xml><?xml version="1.0" encoding="utf-8"?>
<p:tagLst xmlns:p="http://schemas.openxmlformats.org/presentationml/2006/main">
  <p:tag name="KSO_WM_SLIDE_BACKGROUND_TYPE" val="general"/>
  <p:tag name="KSO_WM_UNIT_TYPE" val="i"/>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14.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15.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16.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1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1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1.xml><?xml version="1.0" encoding="utf-8"?>
<p:tagLst xmlns:p="http://schemas.openxmlformats.org/presentationml/2006/main">
  <p:tag name="KSO_WM_SLIDE_BACKGROUND_TYPE" val="general"/>
</p:tagLst>
</file>

<file path=ppt/tags/tag222.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186846_9*a*1"/>
  <p:tag name="KSO_WM_TEMPLATE_CATEGORY" val="custom"/>
  <p:tag name="KSO_WM_TEMPLATE_INDEX" val="20186846"/>
  <p:tag name="KSO_WM_UNIT_LAYERLEVEL" val="1"/>
  <p:tag name="KSO_WM_TAG_VERSION" val="1.0"/>
  <p:tag name="KSO_WM_BEAUTIFY_FLAG" val="#wm#"/>
  <p:tag name="KSO_WM_UNIT_PRESET_TEXT" val="点击此处添加节标题"/>
  <p:tag name="KSO_WM_UNIT_TEXT_FILL_FORE_SCHEMECOLOR_INDEX_BRIGHTNESS" val="0"/>
  <p:tag name="KSO_WM_UNIT_TEXT_FILL_FORE_SCHEMECOLOR_INDEX" val="5"/>
  <p:tag name="KSO_WM_UNIT_TEXT_FILL_TYPE" val="1"/>
</p:tagLst>
</file>

<file path=ppt/tags/tag223.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1"/>
  <p:tag name="KSO_WM_UNIT_DIAGRAM_ISNUMVISUAL" val="0"/>
  <p:tag name="KSO_WM_UNIT_DIAGRAM_ISREFERUNIT" val="0"/>
  <p:tag name="KSO_WM_UNIT_TYPE" val="b"/>
  <p:tag name="KSO_WM_UNIT_INDEX" val="1"/>
  <p:tag name="KSO_WM_UNIT_ID" val="custom20186846_9*b*1"/>
  <p:tag name="KSO_WM_TEMPLATE_CATEGORY" val="custom"/>
  <p:tag name="KSO_WM_TEMPLATE_INDEX" val="20186846"/>
  <p:tag name="KSO_WM_UNIT_LAYERLEVEL" val="1"/>
  <p:tag name="KSO_WM_TAG_VERSION" val="1.0"/>
  <p:tag name="KSO_WM_BEAUTIFY_FLAG" val="#wm#"/>
  <p:tag name="KSO_WM_UNIT_PRESET_TEXT" val="点击此处添加正文，请尽量言简意赅的阐述观点。"/>
  <p:tag name="KSO_WM_UNIT_TEXT_FILL_FORE_SCHEMECOLOR_INDEX_BRIGHTNESS" val="0"/>
  <p:tag name="KSO_WM_UNIT_TEXT_FILL_FORE_SCHEMECOLOR_INDEX" val="13"/>
  <p:tag name="KSO_WM_UNIT_TEXT_FILL_TYPE" val="1"/>
</p:tagLst>
</file>

<file path=ppt/tags/tag224.xml><?xml version="1.0" encoding="utf-8"?>
<p:tagLst xmlns:p="http://schemas.openxmlformats.org/presentationml/2006/main">
  <p:tag name="KSO_WM_UNIT_NOCLEAR" val="0"/>
  <p:tag name="KSO_WM_UNIT_VALUE" val="4"/>
  <p:tag name="KSO_WM_UNIT_HIGHLIGHT" val="0"/>
  <p:tag name="KSO_WM_UNIT_COMPATIBLE" val="1"/>
  <p:tag name="KSO_WM_UNIT_DIAGRAM_ISNUMVISUAL" val="0"/>
  <p:tag name="KSO_WM_UNIT_DIAGRAM_ISREFERUNIT" val="0"/>
  <p:tag name="KSO_WM_UNIT_TYPE" val="e"/>
  <p:tag name="KSO_WM_UNIT_INDEX" val="1"/>
  <p:tag name="KSO_WM_UNIT_ID" val="custom20186846_9*e*1"/>
  <p:tag name="KSO_WM_TEMPLATE_CATEGORY" val="custom"/>
  <p:tag name="KSO_WM_TEMPLATE_INDEX" val="20186846"/>
  <p:tag name="KSO_WM_UNIT_LAYERLEVEL" val="1"/>
  <p:tag name="KSO_WM_TAG_VERSION" val="1.0"/>
  <p:tag name="KSO_WM_BEAUTIFY_FLAG" val="#wm#"/>
  <p:tag name="KSO_WM_UNIT_PRESET_TEXT" val="PART 01"/>
  <p:tag name="KSO_WM_UNIT_TEXT_FILL_FORE_SCHEMECOLOR_INDEX_BRIGHTNESS" val="0"/>
  <p:tag name="KSO_WM_UNIT_TEXT_FILL_FORE_SCHEMECOLOR_INDEX" val="14"/>
  <p:tag name="KSO_WM_UNIT_TEXT_FILL_TYPE" val="1"/>
</p:tagLst>
</file>

<file path=ppt/tags/tag225.xml><?xml version="1.0" encoding="utf-8"?>
<p:tagLst xmlns:p="http://schemas.openxmlformats.org/presentationml/2006/main">
  <p:tag name="KSO_WM_SPECIAL_SOURCE" val="bdnull"/>
  <p:tag name="KSO_WM_SLIDE_ID" val="custom20186846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186846"/>
  <p:tag name="KSO_WM_SLIDE_LAYOUT" val="a_b_e"/>
  <p:tag name="KSO_WM_SLIDE_LAYOUT_CNT" val="1_1_1"/>
</p:tagLst>
</file>

<file path=ppt/tags/tag226.xml><?xml version="1.0" encoding="utf-8"?>
<p:tagLst xmlns:p="http://schemas.openxmlformats.org/presentationml/2006/main">
  <p:tag name="KSO_WM_SLIDE_BACKGROUND_TYPE" val="general"/>
  <p:tag name="KSO_WM_UNIT_TYPE" val="i"/>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0.xml><?xml version="1.0" encoding="utf-8"?>
<p:tagLst xmlns:p="http://schemas.openxmlformats.org/presentationml/2006/main">
  <p:tag name="KSO_WM_SLIDE_BACKGROUND_TYPE" val="general"/>
</p:tagLst>
</file>

<file path=ppt/tags/tag231.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186846_9*a*1"/>
  <p:tag name="KSO_WM_TEMPLATE_CATEGORY" val="custom"/>
  <p:tag name="KSO_WM_TEMPLATE_INDEX" val="20186846"/>
  <p:tag name="KSO_WM_UNIT_LAYERLEVEL" val="1"/>
  <p:tag name="KSO_WM_TAG_VERSION" val="1.0"/>
  <p:tag name="KSO_WM_BEAUTIFY_FLAG" val="#wm#"/>
  <p:tag name="KSO_WM_UNIT_PRESET_TEXT" val="点击此处添加节标题"/>
  <p:tag name="KSO_WM_UNIT_TEXT_FILL_FORE_SCHEMECOLOR_INDEX_BRIGHTNESS" val="0"/>
  <p:tag name="KSO_WM_UNIT_TEXT_FILL_FORE_SCHEMECOLOR_INDEX" val="5"/>
  <p:tag name="KSO_WM_UNIT_TEXT_FILL_TYPE" val="1"/>
</p:tagLst>
</file>

<file path=ppt/tags/tag232.xml><?xml version="1.0" encoding="utf-8"?>
<p:tagLst xmlns:p="http://schemas.openxmlformats.org/presentationml/2006/main">
  <p:tag name="KSO_WM_UNIT_NOCLEAR" val="0"/>
  <p:tag name="KSO_WM_UNIT_VALUE" val="4"/>
  <p:tag name="KSO_WM_UNIT_HIGHLIGHT" val="0"/>
  <p:tag name="KSO_WM_UNIT_COMPATIBLE" val="1"/>
  <p:tag name="KSO_WM_UNIT_DIAGRAM_ISNUMVISUAL" val="0"/>
  <p:tag name="KSO_WM_UNIT_DIAGRAM_ISREFERUNIT" val="0"/>
  <p:tag name="KSO_WM_UNIT_TYPE" val="e"/>
  <p:tag name="KSO_WM_UNIT_INDEX" val="1"/>
  <p:tag name="KSO_WM_UNIT_ID" val="custom20186846_9*e*1"/>
  <p:tag name="KSO_WM_TEMPLATE_CATEGORY" val="custom"/>
  <p:tag name="KSO_WM_TEMPLATE_INDEX" val="20186846"/>
  <p:tag name="KSO_WM_UNIT_LAYERLEVEL" val="1"/>
  <p:tag name="KSO_WM_TAG_VERSION" val="1.0"/>
  <p:tag name="KSO_WM_BEAUTIFY_FLAG" val="#wm#"/>
  <p:tag name="KSO_WM_UNIT_PRESET_TEXT" val="PART 01"/>
  <p:tag name="KSO_WM_UNIT_TEXT_FILL_FORE_SCHEMECOLOR_INDEX_BRIGHTNESS" val="0"/>
  <p:tag name="KSO_WM_UNIT_TEXT_FILL_FORE_SCHEMECOLOR_INDEX" val="14"/>
  <p:tag name="KSO_WM_UNIT_TEXT_FILL_TYPE" val="1"/>
</p:tagLst>
</file>

<file path=ppt/tags/tag233.xml><?xml version="1.0" encoding="utf-8"?>
<p:tagLst xmlns:p="http://schemas.openxmlformats.org/presentationml/2006/main">
  <p:tag name="KSO_WM_SPECIAL_SOURCE" val="bdnull"/>
  <p:tag name="KSO_WM_SLIDE_ID" val="custom20186846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186846"/>
  <p:tag name="KSO_WM_SLIDE_LAYOUT" val="a_b_e"/>
  <p:tag name="KSO_WM_SLIDE_LAYOUT_CNT" val="1_1_1"/>
</p:tagLst>
</file>

<file path=ppt/tags/tag234.xml><?xml version="1.0" encoding="utf-8"?>
<p:tagLst xmlns:p="http://schemas.openxmlformats.org/presentationml/2006/main">
  <p:tag name="KSO_WM_SLIDE_BACKGROUND_TYPE" val="general"/>
  <p:tag name="KSO_WM_UNIT_TYPE" val="i"/>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8.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15"/>
  <p:tag name="KSO_WM_UNIT_SHADOW_SCHEMECOLOR_INDEX" val="13"/>
  <p:tag name="KSO_WM_UNIT_TEXT_FILL_FORE_SCHEMECOLOR_INDEX_BRIGHTNESS" val="0"/>
  <p:tag name="KSO_WM_UNIT_TEXT_FILL_FORE_SCHEMECOLOR_INDEX" val="2"/>
  <p:tag name="KSO_WM_UNIT_TEXT_FILL_TYPE" val="1"/>
</p:tagLst>
</file>

<file path=ppt/tags/tag23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40.xml><?xml version="1.0" encoding="utf-8"?>
<p:tagLst xmlns:p="http://schemas.openxmlformats.org/presentationml/2006/main">
  <p:tag name="KSO_WM_SLIDE_BACKGROUND_TYPE" val="general"/>
</p:tagLst>
</file>

<file path=ppt/tags/tag241.xml><?xml version="1.0" encoding="utf-8"?>
<p:tagLst xmlns:p="http://schemas.openxmlformats.org/presentationml/2006/main">
  <p:tag name="KSO_WM_SLIDE_BACKGROUND_TYPE" val="general"/>
  <p:tag name="KSO_WM_UNIT_TYPE" val="i"/>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5.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15"/>
  <p:tag name="KSO_WM_UNIT_SHADOW_SCHEMECOLOR_INDEX" val="13"/>
  <p:tag name="KSO_WM_UNIT_TEXT_FILL_FORE_SCHEMECOLOR_INDEX_BRIGHTNESS" val="0"/>
  <p:tag name="KSO_WM_UNIT_TEXT_FILL_FORE_SCHEMECOLOR_INDEX" val="2"/>
  <p:tag name="KSO_WM_UNIT_TEXT_FILL_TYPE" val="1"/>
</p:tagLst>
</file>

<file path=ppt/tags/tag24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47.xml><?xml version="1.0" encoding="utf-8"?>
<p:tagLst xmlns:p="http://schemas.openxmlformats.org/presentationml/2006/main">
  <p:tag name="KSO_WM_SLIDE_BACKGROUND_TYPE" val="general"/>
</p:tagLst>
</file>

<file path=ppt/tags/tag248.xml><?xml version="1.0" encoding="utf-8"?>
<p:tagLst xmlns:p="http://schemas.openxmlformats.org/presentationml/2006/main">
  <p:tag name="KSO_WM_SLIDE_BACKGROUND_TYPE" val="general"/>
  <p:tag name="KSO_WM_UNIT_TYPE" val="i"/>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2.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15"/>
  <p:tag name="KSO_WM_UNIT_SHADOW_SCHEMECOLOR_INDEX" val="13"/>
  <p:tag name="KSO_WM_UNIT_TEXT_FILL_FORE_SCHEMECOLOR_INDEX_BRIGHTNESS" val="0"/>
  <p:tag name="KSO_WM_UNIT_TEXT_FILL_FORE_SCHEMECOLOR_INDEX" val="2"/>
  <p:tag name="KSO_WM_UNIT_TEXT_FILL_TYPE" val="1"/>
</p:tagLst>
</file>

<file path=ppt/tags/tag25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54.xml><?xml version="1.0" encoding="utf-8"?>
<p:tagLst xmlns:p="http://schemas.openxmlformats.org/presentationml/2006/main">
  <p:tag name="KSO_WM_SLIDE_BACKGROUND_TYPE" val="general"/>
</p:tagLst>
</file>

<file path=ppt/tags/tag255.xml><?xml version="1.0" encoding="utf-8"?>
<p:tagLst xmlns:p="http://schemas.openxmlformats.org/presentationml/2006/main">
  <p:tag name="KSO_WM_SLIDE_BACKGROUND_TYPE" val="general"/>
  <p:tag name="KSO_WM_UNIT_TYPE" val="i"/>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9.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15"/>
  <p:tag name="KSO_WM_UNIT_SHADOW_SCHEMECOLOR_INDEX" val="13"/>
  <p:tag name="KSO_WM_UNIT_TEXT_FILL_FORE_SCHEMECOLOR_INDEX_BRIGHTNESS" val="0"/>
  <p:tag name="KSO_WM_UNIT_TEXT_FILL_FORE_SCHEMECOLOR_INDEX" val="2"/>
  <p:tag name="KSO_WM_UNIT_TEXT_FILL_TYPE" val="1"/>
</p:tagLst>
</file>

<file path=ppt/tags/tag260.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61.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6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6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6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6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6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6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6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6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70.xml><?xml version="1.0" encoding="utf-8"?>
<p:tagLst xmlns:p="http://schemas.openxmlformats.org/presentationml/2006/main">
  <p:tag name="KSO_WM_SLIDE_BACKGROUND_TYPE" val="general"/>
</p:tagLst>
</file>

<file path=ppt/tags/tag271.xml><?xml version="1.0" encoding="utf-8"?>
<p:tagLst xmlns:p="http://schemas.openxmlformats.org/presentationml/2006/main">
  <p:tag name="KSO_WM_SLIDE_BACKGROUND_TYPE" val="general"/>
  <p:tag name="KSO_WM_UNIT_TYPE" val="i"/>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5.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15"/>
  <p:tag name="KSO_WM_UNIT_SHADOW_SCHEMECOLOR_INDEX" val="13"/>
  <p:tag name="KSO_WM_UNIT_TEXT_FILL_FORE_SCHEMECOLOR_INDEX_BRIGHTNESS" val="0"/>
  <p:tag name="KSO_WM_UNIT_TEXT_FILL_FORE_SCHEMECOLOR_INDEX" val="2"/>
  <p:tag name="KSO_WM_UNIT_TEXT_FILL_TYPE" val="1"/>
</p:tagLst>
</file>

<file path=ppt/tags/tag276.xml><?xml version="1.0" encoding="utf-8"?>
<p:tagLst xmlns:p="http://schemas.openxmlformats.org/presentationml/2006/main">
  <p:tag name="KSO_WM_UNIT_TEXT_FILL_FORE_SCHEMECOLOR_INDEX_BRIGHTNESS" val="-0.75"/>
  <p:tag name="KSO_WM_UNIT_TEXT_FILL_FORE_SCHEMECOLOR_INDEX" val="16"/>
  <p:tag name="KSO_WM_UNIT_TEXT_FILL_TYPE" val="1"/>
</p:tagLst>
</file>

<file path=ppt/tags/tag277.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278.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279.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280.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281.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282.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283.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284.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285.xml><?xml version="1.0" encoding="utf-8"?>
<p:tagLst xmlns:p="http://schemas.openxmlformats.org/presentationml/2006/main">
  <p:tag name="KSO_WM_SLIDE_BACKGROUND_TYPE" val="general"/>
</p:tagLst>
</file>

<file path=ppt/tags/tag286.xml><?xml version="1.0" encoding="utf-8"?>
<p:tagLst xmlns:p="http://schemas.openxmlformats.org/presentationml/2006/main">
  <p:tag name="KSO_WM_SLIDE_BACKGROUND_TYPE" val="general"/>
  <p:tag name="KSO_WM_UNIT_TYPE" val="i"/>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0.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15"/>
  <p:tag name="KSO_WM_UNIT_SHADOW_SCHEMECOLOR_INDEX" val="13"/>
  <p:tag name="KSO_WM_UNIT_TEXT_FILL_FORE_SCHEMECOLOR_INDEX_BRIGHTNESS" val="0"/>
  <p:tag name="KSO_WM_UNIT_TEXT_FILL_FORE_SCHEMECOLOR_INDEX" val="2"/>
  <p:tag name="KSO_WM_UNIT_TEXT_FILL_TYPE" val="1"/>
</p:tagLst>
</file>

<file path=ppt/tags/tag29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9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93.xml><?xml version="1.0" encoding="utf-8"?>
<p:tagLst xmlns:p="http://schemas.openxmlformats.org/presentationml/2006/main">
  <p:tag name="KSO_WM_SLIDE_BACKGROUND_TYPE" val="general"/>
</p:tagLst>
</file>

<file path=ppt/tags/tag294.xml><?xml version="1.0" encoding="utf-8"?>
<p:tagLst xmlns:p="http://schemas.openxmlformats.org/presentationml/2006/main">
  <p:tag name="KSO_WM_SLIDE_BACKGROUND_TYPE" val="general"/>
  <p:tag name="KSO_WM_UNIT_TYPE" val="i"/>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8.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15"/>
  <p:tag name="KSO_WM_UNIT_SHADOW_SCHEMECOLOR_INDEX" val="13"/>
  <p:tag name="KSO_WM_UNIT_TEXT_FILL_FORE_SCHEMECOLOR_INDEX_BRIGHTNESS" val="0"/>
  <p:tag name="KSO_WM_UNIT_TEXT_FILL_FORE_SCHEMECOLOR_INDEX" val="2"/>
  <p:tag name="KSO_WM_UNIT_TEXT_FILL_TYPE" val="1"/>
</p:tagLst>
</file>

<file path=ppt/tags/tag29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00.xml><?xml version="1.0" encoding="utf-8"?>
<p:tagLst xmlns:p="http://schemas.openxmlformats.org/presentationml/2006/main">
  <p:tag name="KSO_WM_SLIDE_BACKGROUND_TYPE" val="general"/>
</p:tagLst>
</file>

<file path=ppt/tags/tag301.xml><?xml version="1.0" encoding="utf-8"?>
<p:tagLst xmlns:p="http://schemas.openxmlformats.org/presentationml/2006/main">
  <p:tag name="KSO_WM_SLIDE_BACKGROUND_TYPE" val="general"/>
  <p:tag name="KSO_WM_UNIT_TYPE" val="i"/>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5.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15"/>
  <p:tag name="KSO_WM_UNIT_SHADOW_SCHEMECOLOR_INDEX" val="13"/>
  <p:tag name="KSO_WM_UNIT_TEXT_FILL_FORE_SCHEMECOLOR_INDEX_BRIGHTNESS" val="0"/>
  <p:tag name="KSO_WM_UNIT_TEXT_FILL_FORE_SCHEMECOLOR_INDEX" val="2"/>
  <p:tag name="KSO_WM_UNIT_TEXT_FILL_TYPE" val="1"/>
</p:tagLst>
</file>

<file path=ppt/tags/tag30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07.xml><?xml version="1.0" encoding="utf-8"?>
<p:tagLst xmlns:p="http://schemas.openxmlformats.org/presentationml/2006/main">
  <p:tag name="KSO_WM_SLIDE_BACKGROUND_TYPE" val="general"/>
</p:tagLst>
</file>

<file path=ppt/tags/tag308.xml><?xml version="1.0" encoding="utf-8"?>
<p:tagLst xmlns:p="http://schemas.openxmlformats.org/presentationml/2006/main">
  <p:tag name="KSO_WM_SLIDE_BACKGROUND_TYPE" val="general"/>
  <p:tag name="KSO_WM_UNIT_TYPE" val="i"/>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1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14.xml><?xml version="1.0" encoding="utf-8"?>
<p:tagLst xmlns:p="http://schemas.openxmlformats.org/presentationml/2006/main">
  <p:tag name="KSO_WM_SLIDE_BACKGROUND_TYPE" val="general"/>
</p:tagLst>
</file>

<file path=ppt/tags/tag315.xml><?xml version="1.0" encoding="utf-8"?>
<p:tagLst xmlns:p="http://schemas.openxmlformats.org/presentationml/2006/main">
  <p:tag name="KSO_WM_SLIDE_BACKGROUND_TYPE" val="general"/>
  <p:tag name="KSO_WM_UNIT_TYPE" val="i"/>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9.xml><?xml version="1.0" encoding="utf-8"?>
<p:tagLst xmlns:p="http://schemas.openxmlformats.org/presentationml/2006/main">
  <p:tag name="KSO_WM_DIAGRAM_VIRTUALLY_FRAME" val="{&quot;height&quot;:344.1833858267716,&quot;left&quot;:40.16496062992126,&quot;top&quot;:118.76291338582678,&quot;width&quot;:882.6437795275591}"/>
  <p:tag name="KSO_WM_UNIT_TEXT_FILL_FORE_SCHEMECOLOR_INDEX_BRIGHTNESS" val="0"/>
  <p:tag name="KSO_WM_UNIT_TEXT_FILL_FORE_SCHEMECOLOR_INDEX" val="13"/>
  <p:tag name="KSO_WM_UNIT_TEXT_FILL_TYPE" val="1"/>
</p:tagLst>
</file>

<file path=ppt/tags/tag320.xml><?xml version="1.0" encoding="utf-8"?>
<p:tagLst xmlns:p="http://schemas.openxmlformats.org/presentationml/2006/main">
  <p:tag name="KSO_WM_DIAGRAM_VIRTUALLY_FRAME" val="{&quot;height&quot;:344.1833858267716,&quot;left&quot;:40.16496062992126,&quot;top&quot;:118.76291338582678,&quot;width&quot;:882.6437795275591}"/>
</p:tagLst>
</file>

<file path=ppt/tags/tag321.xml><?xml version="1.0" encoding="utf-8"?>
<p:tagLst xmlns:p="http://schemas.openxmlformats.org/presentationml/2006/main">
  <p:tag name="KSO_WM_DIAGRAM_VIRTUALLY_FRAME" val="{&quot;height&quot;:272.4177165354331,&quot;left&quot;:51.97149606299213,&quot;top&quot;:124.82858267716536,&quot;width&quot;:856.0570078740159}"/>
</p:tagLst>
</file>

<file path=ppt/tags/tag322.xml><?xml version="1.0" encoding="utf-8"?>
<p:tagLst xmlns:p="http://schemas.openxmlformats.org/presentationml/2006/main">
  <p:tag name="KSO_WM_SLIDE_BACKGROUND_TYPE" val="general"/>
</p:tagLst>
</file>

<file path=ppt/tags/tag323.xml><?xml version="1.0" encoding="utf-8"?>
<p:tagLst xmlns:p="http://schemas.openxmlformats.org/presentationml/2006/main">
  <p:tag name="KSO_WM_SLIDE_BACKGROUND_TYPE" val="general"/>
  <p:tag name="KSO_WM_UNIT_TYPE" val="i"/>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8.xml><?xml version="1.0" encoding="utf-8"?>
<p:tagLst xmlns:p="http://schemas.openxmlformats.org/presentationml/2006/main">
  <p:tag name="KSO_WM_UNIT_FILL_FORE_SCHEMECOLOR_INDEX_BRIGHTNESS" val="0"/>
  <p:tag name="KSO_WM_UNIT_FILL_FORE_SCHEMECOLOR_INDEX" val="7"/>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329.xml><?xml version="1.0" encoding="utf-8"?>
<p:tagLst xmlns:p="http://schemas.openxmlformats.org/presentationml/2006/main">
  <p:tag name="KSO_WM_SLIDE_BACKGROUND_TYPE" val="general"/>
</p:tagLst>
</file>

<file path=ppt/tags/tag330.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186846_9*a*1"/>
  <p:tag name="KSO_WM_TEMPLATE_CATEGORY" val="custom"/>
  <p:tag name="KSO_WM_TEMPLATE_INDEX" val="20186846"/>
  <p:tag name="KSO_WM_UNIT_LAYERLEVEL" val="1"/>
  <p:tag name="KSO_WM_TAG_VERSION" val="1.0"/>
  <p:tag name="KSO_WM_BEAUTIFY_FLAG" val="#wm#"/>
  <p:tag name="KSO_WM_UNIT_PRESET_TEXT" val="点击此处添加节标题"/>
  <p:tag name="KSO_WM_UNIT_TEXT_FILL_FORE_SCHEMECOLOR_INDEX_BRIGHTNESS" val="0"/>
  <p:tag name="KSO_WM_UNIT_TEXT_FILL_FORE_SCHEMECOLOR_INDEX" val="5"/>
  <p:tag name="KSO_WM_UNIT_TEXT_FILL_TYPE" val="1"/>
</p:tagLst>
</file>

<file path=ppt/tags/tag331.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1"/>
  <p:tag name="KSO_WM_UNIT_DIAGRAM_ISNUMVISUAL" val="0"/>
  <p:tag name="KSO_WM_UNIT_DIAGRAM_ISREFERUNIT" val="0"/>
  <p:tag name="KSO_WM_UNIT_TYPE" val="b"/>
  <p:tag name="KSO_WM_UNIT_INDEX" val="1"/>
  <p:tag name="KSO_WM_UNIT_ID" val="custom20186846_9*b*1"/>
  <p:tag name="KSO_WM_TEMPLATE_CATEGORY" val="custom"/>
  <p:tag name="KSO_WM_TEMPLATE_INDEX" val="20186846"/>
  <p:tag name="KSO_WM_UNIT_LAYERLEVEL" val="1"/>
  <p:tag name="KSO_WM_TAG_VERSION" val="1.0"/>
  <p:tag name="KSO_WM_BEAUTIFY_FLAG" val="#wm#"/>
  <p:tag name="KSO_WM_UNIT_PRESET_TEXT" val="点击此处添加正文，请尽量言简意赅的阐述观点。"/>
  <p:tag name="KSO_WM_UNIT_TEXT_FILL_FORE_SCHEMECOLOR_INDEX_BRIGHTNESS" val="0"/>
  <p:tag name="KSO_WM_UNIT_TEXT_FILL_FORE_SCHEMECOLOR_INDEX" val="13"/>
  <p:tag name="KSO_WM_UNIT_TEXT_FILL_TYPE" val="1"/>
</p:tagLst>
</file>

<file path=ppt/tags/tag332.xml><?xml version="1.0" encoding="utf-8"?>
<p:tagLst xmlns:p="http://schemas.openxmlformats.org/presentationml/2006/main">
  <p:tag name="KSO_WM_UNIT_NOCLEAR" val="0"/>
  <p:tag name="KSO_WM_UNIT_VALUE" val="4"/>
  <p:tag name="KSO_WM_UNIT_HIGHLIGHT" val="0"/>
  <p:tag name="KSO_WM_UNIT_COMPATIBLE" val="1"/>
  <p:tag name="KSO_WM_UNIT_DIAGRAM_ISNUMVISUAL" val="0"/>
  <p:tag name="KSO_WM_UNIT_DIAGRAM_ISREFERUNIT" val="0"/>
  <p:tag name="KSO_WM_UNIT_TYPE" val="e"/>
  <p:tag name="KSO_WM_UNIT_INDEX" val="1"/>
  <p:tag name="KSO_WM_UNIT_ID" val="custom20186846_9*e*1"/>
  <p:tag name="KSO_WM_TEMPLATE_CATEGORY" val="custom"/>
  <p:tag name="KSO_WM_TEMPLATE_INDEX" val="20186846"/>
  <p:tag name="KSO_WM_UNIT_LAYERLEVEL" val="1"/>
  <p:tag name="KSO_WM_TAG_VERSION" val="1.0"/>
  <p:tag name="KSO_WM_BEAUTIFY_FLAG" val="#wm#"/>
  <p:tag name="KSO_WM_UNIT_PRESET_TEXT" val="PART 01"/>
  <p:tag name="KSO_WM_UNIT_TEXT_FILL_FORE_SCHEMECOLOR_INDEX_BRIGHTNESS" val="0"/>
  <p:tag name="KSO_WM_UNIT_TEXT_FILL_FORE_SCHEMECOLOR_INDEX" val="14"/>
  <p:tag name="KSO_WM_UNIT_TEXT_FILL_TYPE" val="1"/>
</p:tagLst>
</file>

<file path=ppt/tags/tag333.xml><?xml version="1.0" encoding="utf-8"?>
<p:tagLst xmlns:p="http://schemas.openxmlformats.org/presentationml/2006/main">
  <p:tag name="KSO_WM_SPECIAL_SOURCE" val="bdnull"/>
  <p:tag name="KSO_WM_SLIDE_ID" val="custom20186846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186846"/>
  <p:tag name="KSO_WM_SLIDE_LAYOUT" val="a_b_e"/>
  <p:tag name="KSO_WM_SLIDE_LAYOUT_CNT" val="1_1_1"/>
</p:tagLst>
</file>

<file path=ppt/tags/tag334.xml><?xml version="1.0" encoding="utf-8"?>
<p:tagLst xmlns:p="http://schemas.openxmlformats.org/presentationml/2006/main">
  <p:tag name="KSO_WM_SLIDE_BACKGROUND_TYPE" val="general"/>
  <p:tag name="KSO_WM_UNIT_TYPE" val="i"/>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general"/>
  <p:tag name="KSO_WM_SLIDE_BK_DARK_LIGHT" val="2"/>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5"/>
  <p:tag name="KSO_WM_UNIT_TEXT_FILL_TYPE" val="1"/>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38.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39.xml><?xml version="1.0" encoding="utf-8"?>
<p:tagLst xmlns:p="http://schemas.openxmlformats.org/presentationml/2006/main">
  <p:tag name="KSO_WM_DIAGRAM_VIRTUALLY_FRAME" val="{&quot;height&quot;:686.382125984252,&quot;left&quot;:44.30366141732283,&quot;top&quot;:75.57031496062993,&quot;width&quot;:852.7392519685039}"/>
  <p:tag name="KSO_WM_UNIT_TEXT_FILL_FORE_SCHEMECOLOR_INDEX_BRIGHTNESS" val="0"/>
  <p:tag name="KSO_WM_UNIT_TEXT_FILL_FORE_SCHEMECOLOR_INDEX" val="14"/>
  <p:tag name="KSO_WM_UNIT_TEXT_FILL_TYPE" val="1"/>
</p:tagLst>
</file>

<file path=ppt/tags/tag340.xml><?xml version="1.0" encoding="utf-8"?>
<p:tagLst xmlns:p="http://schemas.openxmlformats.org/presentationml/2006/main">
  <p:tag name="KSO_WM_DIAGRAM_VIRTUALLY_FRAME" val="{&quot;height&quot;:686.382125984252,&quot;left&quot;:44.30366141732283,&quot;top&quot;:75.57031496062993,&quot;width&quot;:852.7392519685039}"/>
  <p:tag name="KSO_WM_UNIT_TEXT_FILL_FORE_SCHEMECOLOR_INDEX_BRIGHTNESS" val="0"/>
  <p:tag name="KSO_WM_UNIT_TEXT_FILL_FORE_SCHEMECOLOR_INDEX" val="13"/>
  <p:tag name="KSO_WM_UNIT_TEXT_FILL_TYPE" val="1"/>
</p:tagLst>
</file>

<file path=ppt/tags/tag341.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342.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343.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344.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345.xml><?xml version="1.0" encoding="utf-8"?>
<p:tagLst xmlns:p="http://schemas.openxmlformats.org/presentationml/2006/main">
  <p:tag name="KSO_WM_DIAGRAM_VIRTUALLY_FRAME" val="{&quot;height&quot;:686.382125984252,&quot;left&quot;:44.30366141732283,&quot;top&quot;:75.57031496062993,&quot;width&quot;:852.7392519685039}"/>
</p:tagLst>
</file>

<file path=ppt/tags/tag346.xml><?xml version="1.0" encoding="utf-8"?>
<p:tagLst xmlns:p="http://schemas.openxmlformats.org/presentationml/2006/main">
  <p:tag name="KSO_WM_DIAGRAM_VIRTUALLY_FRAME" val="{&quot;height&quot;:686.382125984252,&quot;left&quot;:44.30366141732283,&quot;top&quot;:75.57031496062993,&quot;width&quot;:852.7392519685039}"/>
  <p:tag name="KSO_WM_UNIT_TEXT_FILL_FORE_SCHEMECOLOR_INDEX_BRIGHTNESS" val="0"/>
  <p:tag name="KSO_WM_UNIT_TEXT_FILL_FORE_SCHEMECOLOR_INDEX" val="13"/>
  <p:tag name="KSO_WM_UNIT_TEXT_FILL_TYPE" val="1"/>
</p:tagLst>
</file>

<file path=ppt/tags/tag347.xml><?xml version="1.0" encoding="utf-8"?>
<p:tagLst xmlns:p="http://schemas.openxmlformats.org/presentationml/2006/main">
  <p:tag name="KSO_WM_SLIDE_BACKGROUND_TYPE" val="general"/>
</p:tagLst>
</file>

<file path=ppt/tags/tag348.xml><?xml version="1.0" encoding="utf-8"?>
<p:tagLst xmlns:p="http://schemas.openxmlformats.org/presentationml/2006/main">
  <p:tag name="KSO_WM_UNIT_ISCONTENTSTITLE" val="0"/>
  <p:tag name="KSO_WM_UNIT_ISNUMDGMTITLE" val="0"/>
  <p:tag name="KSO_WM_UNIT_NOCLEAR" val="1"/>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186846_34*a*1"/>
  <p:tag name="KSO_WM_TEMPLATE_CATEGORY" val="custom"/>
  <p:tag name="KSO_WM_TEMPLATE_INDEX" val="20186846"/>
  <p:tag name="KSO_WM_UNIT_LAYERLEVEL" val="1"/>
  <p:tag name="KSO_WM_TAG_VERSION" val="1.0"/>
  <p:tag name="KSO_WM_BEAUTIFY_FLAG" val="#wm#"/>
  <p:tag name="KSO_WM_UNIT_PRESET_TEXT" val="感谢观看"/>
  <p:tag name="KSO_WM_UNIT_TEXT_FILL_FORE_SCHEMECOLOR_INDEX_BRIGHTNESS" val="0"/>
  <p:tag name="KSO_WM_UNIT_TEXT_FILL_FORE_SCHEMECOLOR_INDEX" val="5"/>
  <p:tag name="KSO_WM_UNIT_TEXT_FILL_TYPE" val="1"/>
</p:tagLst>
</file>

<file path=ppt/tags/tag349.xml><?xml version="1.0" encoding="utf-8"?>
<p:tagLst xmlns:p="http://schemas.openxmlformats.org/presentationml/2006/main">
  <p:tag name="KSO_WM_SPECIAL_SOURCE" val="bdnull"/>
  <p:tag name="KSO_WM_SLIDE_ID" val="custom20186846_34"/>
  <p:tag name="KSO_WM_TEMPLATE_SUBCATEGORY" val="17"/>
  <p:tag name="KSO_WM_TEMPLATE_MASTER_TYPE" val="1"/>
  <p:tag name="KSO_WM_TEMPLATE_COLOR_TYPE" val="1"/>
  <p:tag name="KSO_WM_SLIDE_TYPE" val="endPage"/>
  <p:tag name="KSO_WM_SLIDE_SUBTYPE" val="pureTxt"/>
  <p:tag name="KSO_WM_SLIDE_ITEM_CNT" val="0"/>
  <p:tag name="KSO_WM_SLIDE_INDEX" val="34"/>
  <p:tag name="KSO_WM_TAG_VERSION" val="1.0"/>
  <p:tag name="KSO_WM_BEAUTIFY_FLAG" val="#wm#"/>
  <p:tag name="KSO_WM_TEMPLATE_CATEGORY" val="custom"/>
  <p:tag name="KSO_WM_TEMPLATE_INDEX" val="20186846"/>
  <p:tag name="KSO_WM_SLIDE_LAYOUT" val="a"/>
  <p:tag name="KSO_WM_SLIDE_LAYOUT_CNT" val="1"/>
</p:tagLst>
</file>

<file path=ppt/tags/tag350.xml><?xml version="1.0" encoding="utf-8"?>
<p:tagLst xmlns:p="http://schemas.openxmlformats.org/presentationml/2006/main">
  <p:tag name="commondata" val="eyJoZGlkIjoiNDcwM2QwMWQ3NjNmYmU2YWUyZDcxMmI4NTg0YTVmOTk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
      <a:dk1>
        <a:srgbClr val="000000"/>
      </a:dk1>
      <a:lt1>
        <a:srgbClr val="FFFFFF"/>
      </a:lt1>
      <a:dk2>
        <a:srgbClr val="F2F2F2"/>
      </a:dk2>
      <a:lt2>
        <a:srgbClr val="FFFFFF"/>
      </a:lt2>
      <a:accent1>
        <a:srgbClr val="2683C6"/>
      </a:accent1>
      <a:accent2>
        <a:srgbClr val="1CADE4"/>
      </a:accent2>
      <a:accent3>
        <a:srgbClr val="00ADCA"/>
      </a:accent3>
      <a:accent4>
        <a:srgbClr val="00B8AB"/>
      </a:accent4>
      <a:accent5>
        <a:srgbClr val="00C273"/>
      </a:accent5>
      <a:accent6>
        <a:srgbClr val="41C626"/>
      </a:accent6>
      <a:hlink>
        <a:srgbClr val="658BD5"/>
      </a:hlink>
      <a:folHlink>
        <a:srgbClr val="A16AA5"/>
      </a:folHlink>
    </a:clrScheme>
    <a:fontScheme name="自定义 1">
      <a:majorFont>
        <a:latin typeface="微软雅黑"/>
        <a:ea typeface="汉仪旗黑-85S"/>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2152</Words>
  <Application>WPS 演示</Application>
  <PresentationFormat>宽屏</PresentationFormat>
  <Paragraphs>119</Paragraphs>
  <Slides>21</Slides>
  <Notes>25</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21</vt:i4>
      </vt:variant>
    </vt:vector>
  </HeadingPairs>
  <TitlesOfParts>
    <vt:vector size="38" baseType="lpstr">
      <vt:lpstr>Arial</vt:lpstr>
      <vt:lpstr>宋体</vt:lpstr>
      <vt:lpstr>Wingdings</vt:lpstr>
      <vt:lpstr>微软雅黑</vt:lpstr>
      <vt:lpstr>-apple-system</vt:lpstr>
      <vt:lpstr>AMGDT</vt:lpstr>
      <vt:lpstr>Arial Unicode MS</vt:lpstr>
      <vt:lpstr>等线</vt:lpstr>
      <vt:lpstr>Calibri</vt:lpstr>
      <vt:lpstr>汉仪正圆 55简</vt:lpstr>
      <vt:lpstr>汉仪文黑-85简</vt:lpstr>
      <vt:lpstr>黑体</vt:lpstr>
      <vt:lpstr>Wingdings</vt:lpstr>
      <vt:lpstr>Segoe UI</vt:lpstr>
      <vt:lpstr>汉仪旗黑-85S</vt:lpstr>
      <vt:lpstr>自定义设计方案</vt:lpstr>
      <vt:lpstr>2_Office 主题​​</vt:lpstr>
      <vt:lpstr>基于深度学习的电动车头盔佩戴检测系统</vt:lpstr>
      <vt:lpstr>PowerPoint 演示文稿</vt:lpstr>
      <vt:lpstr>背景与意义</vt:lpstr>
      <vt:lpstr>PowerPoint 演示文稿</vt:lpstr>
      <vt:lpstr>PART</vt:lpstr>
      <vt:lpstr>PowerPoint 演示文稿</vt:lpstr>
      <vt:lpstr>技术路线与实现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PART</vt:lpstr>
      <vt:lpstr>PowerPoint 演示文稿</vt:lpstr>
      <vt:lpstr>THANKS</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dc:description>www.1ppt.com</dc:description>
  <cp:lastModifiedBy>zh</cp:lastModifiedBy>
  <cp:revision>47</cp:revision>
  <dcterms:created xsi:type="dcterms:W3CDTF">2021-03-23T02:32:00Z</dcterms:created>
  <dcterms:modified xsi:type="dcterms:W3CDTF">2024-11-08T13:17:34Z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FFFD153CCB374F06B04F52FCCD6092BC</vt:lpwstr>
  </property>
  <property fmtid="{D5CDD505-2E9C-101B-9397-08002B2CF9AE}" pid="3" name="KSOProductBuildVer">
    <vt:lpwstr>2052-12.1.0.18608</vt:lpwstr>
  </property>
</Properties>
</file>